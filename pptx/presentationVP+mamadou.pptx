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6" r:id="rId3"/>
    <p:sldId id="258" r:id="rId4"/>
    <p:sldId id="268" r:id="rId5"/>
    <p:sldId id="269" r:id="rId6"/>
    <p:sldId id="271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64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2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4999999999999997E-2"/>
          <c:y val="0.03"/>
          <c:w val="0.90500000000000003"/>
          <c:h val="0.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tempête 1</c:v>
                </c:pt>
              </c:strCache>
            </c:strRef>
          </c:tx>
          <c:spPr>
            <a:ln w="19050" cap="flat">
              <a:solidFill>
                <a:srgbClr val="A9C6E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Sheet1!$A$2:$A$502</c:f>
              <c:numCache>
                <c:formatCode>General</c:formatCode>
                <c:ptCount val="5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0.28000000000000003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0.56000000000000005</c:v>
                </c:pt>
                <c:pt idx="29">
                  <c:v>0.57999999999999996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  <c:pt idx="51">
                  <c:v>1.02</c:v>
                </c:pt>
                <c:pt idx="52">
                  <c:v>1.04</c:v>
                </c:pt>
                <c:pt idx="53">
                  <c:v>1.06</c:v>
                </c:pt>
                <c:pt idx="54">
                  <c:v>1.08</c:v>
                </c:pt>
                <c:pt idx="55">
                  <c:v>1.1000000000000001</c:v>
                </c:pt>
                <c:pt idx="56">
                  <c:v>1.1200000000000001</c:v>
                </c:pt>
                <c:pt idx="57">
                  <c:v>1.1399999999999999</c:v>
                </c:pt>
                <c:pt idx="58">
                  <c:v>1.1599999999999999</c:v>
                </c:pt>
                <c:pt idx="59">
                  <c:v>1.18</c:v>
                </c:pt>
                <c:pt idx="60">
                  <c:v>1.2</c:v>
                </c:pt>
                <c:pt idx="61">
                  <c:v>1.22</c:v>
                </c:pt>
                <c:pt idx="62">
                  <c:v>1.24</c:v>
                </c:pt>
                <c:pt idx="63">
                  <c:v>1.26</c:v>
                </c:pt>
                <c:pt idx="64">
                  <c:v>1.28</c:v>
                </c:pt>
                <c:pt idx="65">
                  <c:v>1.3</c:v>
                </c:pt>
                <c:pt idx="66">
                  <c:v>1.32</c:v>
                </c:pt>
                <c:pt idx="67">
                  <c:v>1.34</c:v>
                </c:pt>
                <c:pt idx="68">
                  <c:v>1.36</c:v>
                </c:pt>
                <c:pt idx="69">
                  <c:v>1.38</c:v>
                </c:pt>
                <c:pt idx="70">
                  <c:v>1.4</c:v>
                </c:pt>
                <c:pt idx="71">
                  <c:v>1.42</c:v>
                </c:pt>
                <c:pt idx="72">
                  <c:v>1.44</c:v>
                </c:pt>
                <c:pt idx="73">
                  <c:v>1.46</c:v>
                </c:pt>
                <c:pt idx="74">
                  <c:v>1.48</c:v>
                </c:pt>
                <c:pt idx="75">
                  <c:v>1.5</c:v>
                </c:pt>
                <c:pt idx="76">
                  <c:v>1.52</c:v>
                </c:pt>
                <c:pt idx="77">
                  <c:v>1.54</c:v>
                </c:pt>
                <c:pt idx="78">
                  <c:v>1.56</c:v>
                </c:pt>
                <c:pt idx="79">
                  <c:v>1.58</c:v>
                </c:pt>
                <c:pt idx="80">
                  <c:v>1.6</c:v>
                </c:pt>
                <c:pt idx="81">
                  <c:v>1.62</c:v>
                </c:pt>
                <c:pt idx="82">
                  <c:v>1.64</c:v>
                </c:pt>
                <c:pt idx="83">
                  <c:v>1.66</c:v>
                </c:pt>
                <c:pt idx="84">
                  <c:v>1.68</c:v>
                </c:pt>
                <c:pt idx="85">
                  <c:v>1.7</c:v>
                </c:pt>
                <c:pt idx="86">
                  <c:v>1.72</c:v>
                </c:pt>
                <c:pt idx="87">
                  <c:v>1.74</c:v>
                </c:pt>
                <c:pt idx="88">
                  <c:v>1.76</c:v>
                </c:pt>
                <c:pt idx="89">
                  <c:v>1.78</c:v>
                </c:pt>
                <c:pt idx="90">
                  <c:v>1.8</c:v>
                </c:pt>
                <c:pt idx="91">
                  <c:v>1.82</c:v>
                </c:pt>
                <c:pt idx="92">
                  <c:v>1.84</c:v>
                </c:pt>
                <c:pt idx="93">
                  <c:v>1.86</c:v>
                </c:pt>
                <c:pt idx="94">
                  <c:v>1.88</c:v>
                </c:pt>
                <c:pt idx="95">
                  <c:v>1.9</c:v>
                </c:pt>
                <c:pt idx="96">
                  <c:v>1.92</c:v>
                </c:pt>
                <c:pt idx="97">
                  <c:v>1.94</c:v>
                </c:pt>
                <c:pt idx="98">
                  <c:v>1.96</c:v>
                </c:pt>
                <c:pt idx="99">
                  <c:v>1.98</c:v>
                </c:pt>
                <c:pt idx="100">
                  <c:v>2</c:v>
                </c:pt>
                <c:pt idx="101">
                  <c:v>2.02</c:v>
                </c:pt>
                <c:pt idx="102">
                  <c:v>2.04</c:v>
                </c:pt>
                <c:pt idx="103">
                  <c:v>2.06</c:v>
                </c:pt>
                <c:pt idx="104">
                  <c:v>2.08</c:v>
                </c:pt>
                <c:pt idx="105">
                  <c:v>2.1</c:v>
                </c:pt>
                <c:pt idx="106">
                  <c:v>2.12</c:v>
                </c:pt>
                <c:pt idx="107">
                  <c:v>2.14</c:v>
                </c:pt>
                <c:pt idx="108">
                  <c:v>2.16</c:v>
                </c:pt>
                <c:pt idx="109">
                  <c:v>2.1800000000000002</c:v>
                </c:pt>
                <c:pt idx="110">
                  <c:v>2.2000000000000002</c:v>
                </c:pt>
                <c:pt idx="111">
                  <c:v>2.2200000000000002</c:v>
                </c:pt>
                <c:pt idx="112">
                  <c:v>2.2400000000000002</c:v>
                </c:pt>
                <c:pt idx="113">
                  <c:v>2.2599999999999998</c:v>
                </c:pt>
                <c:pt idx="114">
                  <c:v>2.2799999999999998</c:v>
                </c:pt>
                <c:pt idx="115">
                  <c:v>2.2999999999999998</c:v>
                </c:pt>
                <c:pt idx="116">
                  <c:v>2.3199999999999998</c:v>
                </c:pt>
                <c:pt idx="117">
                  <c:v>2.34</c:v>
                </c:pt>
                <c:pt idx="118">
                  <c:v>2.36</c:v>
                </c:pt>
                <c:pt idx="119">
                  <c:v>2.38</c:v>
                </c:pt>
                <c:pt idx="120">
                  <c:v>2.4</c:v>
                </c:pt>
                <c:pt idx="121">
                  <c:v>2.42</c:v>
                </c:pt>
                <c:pt idx="122">
                  <c:v>2.44</c:v>
                </c:pt>
                <c:pt idx="123">
                  <c:v>2.46</c:v>
                </c:pt>
                <c:pt idx="124">
                  <c:v>2.48</c:v>
                </c:pt>
                <c:pt idx="125">
                  <c:v>2.5</c:v>
                </c:pt>
                <c:pt idx="126">
                  <c:v>2.52</c:v>
                </c:pt>
                <c:pt idx="127">
                  <c:v>2.54</c:v>
                </c:pt>
                <c:pt idx="128">
                  <c:v>2.56</c:v>
                </c:pt>
                <c:pt idx="129">
                  <c:v>2.58</c:v>
                </c:pt>
                <c:pt idx="130">
                  <c:v>2.6</c:v>
                </c:pt>
                <c:pt idx="131">
                  <c:v>2.62</c:v>
                </c:pt>
                <c:pt idx="132">
                  <c:v>2.64</c:v>
                </c:pt>
                <c:pt idx="133">
                  <c:v>2.66</c:v>
                </c:pt>
                <c:pt idx="134">
                  <c:v>2.68</c:v>
                </c:pt>
                <c:pt idx="135">
                  <c:v>2.7</c:v>
                </c:pt>
                <c:pt idx="136">
                  <c:v>2.72</c:v>
                </c:pt>
                <c:pt idx="137">
                  <c:v>2.74</c:v>
                </c:pt>
                <c:pt idx="138">
                  <c:v>2.76</c:v>
                </c:pt>
                <c:pt idx="139">
                  <c:v>2.78</c:v>
                </c:pt>
                <c:pt idx="140">
                  <c:v>2.8</c:v>
                </c:pt>
                <c:pt idx="141">
                  <c:v>2.82</c:v>
                </c:pt>
                <c:pt idx="142">
                  <c:v>2.84</c:v>
                </c:pt>
                <c:pt idx="143">
                  <c:v>2.86</c:v>
                </c:pt>
                <c:pt idx="144">
                  <c:v>2.88</c:v>
                </c:pt>
                <c:pt idx="145">
                  <c:v>2.9</c:v>
                </c:pt>
                <c:pt idx="146">
                  <c:v>2.92</c:v>
                </c:pt>
                <c:pt idx="147">
                  <c:v>2.94</c:v>
                </c:pt>
                <c:pt idx="148">
                  <c:v>2.96</c:v>
                </c:pt>
                <c:pt idx="149">
                  <c:v>2.98</c:v>
                </c:pt>
                <c:pt idx="150">
                  <c:v>3</c:v>
                </c:pt>
                <c:pt idx="151">
                  <c:v>3.02</c:v>
                </c:pt>
                <c:pt idx="152">
                  <c:v>3.04</c:v>
                </c:pt>
                <c:pt idx="153">
                  <c:v>3.06</c:v>
                </c:pt>
                <c:pt idx="154">
                  <c:v>3.08</c:v>
                </c:pt>
                <c:pt idx="155">
                  <c:v>3.1</c:v>
                </c:pt>
                <c:pt idx="156">
                  <c:v>3.12</c:v>
                </c:pt>
                <c:pt idx="157">
                  <c:v>3.14</c:v>
                </c:pt>
                <c:pt idx="158">
                  <c:v>3.16</c:v>
                </c:pt>
                <c:pt idx="159">
                  <c:v>3.18</c:v>
                </c:pt>
                <c:pt idx="160">
                  <c:v>3.2</c:v>
                </c:pt>
                <c:pt idx="161">
                  <c:v>3.22</c:v>
                </c:pt>
                <c:pt idx="162">
                  <c:v>3.24</c:v>
                </c:pt>
                <c:pt idx="163">
                  <c:v>3.26</c:v>
                </c:pt>
                <c:pt idx="164">
                  <c:v>3.28</c:v>
                </c:pt>
                <c:pt idx="165">
                  <c:v>3.3</c:v>
                </c:pt>
                <c:pt idx="166">
                  <c:v>3.32</c:v>
                </c:pt>
                <c:pt idx="167">
                  <c:v>3.34</c:v>
                </c:pt>
                <c:pt idx="168">
                  <c:v>3.36</c:v>
                </c:pt>
                <c:pt idx="169">
                  <c:v>3.38</c:v>
                </c:pt>
                <c:pt idx="170">
                  <c:v>3.4</c:v>
                </c:pt>
                <c:pt idx="171">
                  <c:v>3.42</c:v>
                </c:pt>
                <c:pt idx="172">
                  <c:v>3.44</c:v>
                </c:pt>
                <c:pt idx="173">
                  <c:v>3.46</c:v>
                </c:pt>
                <c:pt idx="174">
                  <c:v>3.48</c:v>
                </c:pt>
                <c:pt idx="175">
                  <c:v>3.5</c:v>
                </c:pt>
                <c:pt idx="176">
                  <c:v>3.52</c:v>
                </c:pt>
                <c:pt idx="177">
                  <c:v>3.54</c:v>
                </c:pt>
                <c:pt idx="178">
                  <c:v>3.56</c:v>
                </c:pt>
                <c:pt idx="179">
                  <c:v>3.58</c:v>
                </c:pt>
                <c:pt idx="180">
                  <c:v>3.6</c:v>
                </c:pt>
                <c:pt idx="181">
                  <c:v>3.62</c:v>
                </c:pt>
                <c:pt idx="182">
                  <c:v>3.64</c:v>
                </c:pt>
                <c:pt idx="183">
                  <c:v>3.66</c:v>
                </c:pt>
                <c:pt idx="184">
                  <c:v>3.68</c:v>
                </c:pt>
                <c:pt idx="185">
                  <c:v>3.7</c:v>
                </c:pt>
                <c:pt idx="186">
                  <c:v>3.72</c:v>
                </c:pt>
                <c:pt idx="187">
                  <c:v>3.74</c:v>
                </c:pt>
                <c:pt idx="188">
                  <c:v>3.76</c:v>
                </c:pt>
                <c:pt idx="189">
                  <c:v>3.78</c:v>
                </c:pt>
                <c:pt idx="190">
                  <c:v>3.8</c:v>
                </c:pt>
                <c:pt idx="191">
                  <c:v>3.82</c:v>
                </c:pt>
                <c:pt idx="192">
                  <c:v>3.84</c:v>
                </c:pt>
                <c:pt idx="193">
                  <c:v>3.86</c:v>
                </c:pt>
                <c:pt idx="194">
                  <c:v>3.88</c:v>
                </c:pt>
                <c:pt idx="195">
                  <c:v>3.9</c:v>
                </c:pt>
                <c:pt idx="196">
                  <c:v>3.92</c:v>
                </c:pt>
                <c:pt idx="197">
                  <c:v>3.94</c:v>
                </c:pt>
                <c:pt idx="198">
                  <c:v>3.96</c:v>
                </c:pt>
                <c:pt idx="199">
                  <c:v>3.98</c:v>
                </c:pt>
                <c:pt idx="200">
                  <c:v>4</c:v>
                </c:pt>
                <c:pt idx="201">
                  <c:v>4.0199999999999996</c:v>
                </c:pt>
                <c:pt idx="202">
                  <c:v>4.04</c:v>
                </c:pt>
                <c:pt idx="203">
                  <c:v>4.0599999999999996</c:v>
                </c:pt>
                <c:pt idx="204">
                  <c:v>4.08</c:v>
                </c:pt>
                <c:pt idx="205">
                  <c:v>4.0999999999999996</c:v>
                </c:pt>
                <c:pt idx="206">
                  <c:v>4.12</c:v>
                </c:pt>
                <c:pt idx="207">
                  <c:v>4.1399999999999997</c:v>
                </c:pt>
                <c:pt idx="208">
                  <c:v>4.16</c:v>
                </c:pt>
                <c:pt idx="209">
                  <c:v>4.18</c:v>
                </c:pt>
                <c:pt idx="210">
                  <c:v>4.2</c:v>
                </c:pt>
                <c:pt idx="211">
                  <c:v>4.22</c:v>
                </c:pt>
                <c:pt idx="212">
                  <c:v>4.24</c:v>
                </c:pt>
                <c:pt idx="213">
                  <c:v>4.26</c:v>
                </c:pt>
                <c:pt idx="214">
                  <c:v>4.28</c:v>
                </c:pt>
                <c:pt idx="215">
                  <c:v>4.3</c:v>
                </c:pt>
                <c:pt idx="216">
                  <c:v>4.32</c:v>
                </c:pt>
                <c:pt idx="217">
                  <c:v>4.34</c:v>
                </c:pt>
                <c:pt idx="218">
                  <c:v>4.3600000000000003</c:v>
                </c:pt>
                <c:pt idx="219">
                  <c:v>4.38</c:v>
                </c:pt>
                <c:pt idx="220">
                  <c:v>4.4000000000000004</c:v>
                </c:pt>
                <c:pt idx="221">
                  <c:v>4.42</c:v>
                </c:pt>
                <c:pt idx="222">
                  <c:v>4.4400000000000004</c:v>
                </c:pt>
                <c:pt idx="223">
                  <c:v>4.46</c:v>
                </c:pt>
                <c:pt idx="224">
                  <c:v>4.4800000000000004</c:v>
                </c:pt>
                <c:pt idx="225">
                  <c:v>4.5</c:v>
                </c:pt>
                <c:pt idx="226">
                  <c:v>4.5199999999999996</c:v>
                </c:pt>
                <c:pt idx="227">
                  <c:v>4.54</c:v>
                </c:pt>
                <c:pt idx="228">
                  <c:v>4.5599999999999996</c:v>
                </c:pt>
                <c:pt idx="229">
                  <c:v>4.58</c:v>
                </c:pt>
                <c:pt idx="230">
                  <c:v>4.5999999999999996</c:v>
                </c:pt>
                <c:pt idx="231">
                  <c:v>4.62</c:v>
                </c:pt>
                <c:pt idx="232">
                  <c:v>4.6399999999999997</c:v>
                </c:pt>
                <c:pt idx="233">
                  <c:v>4.66</c:v>
                </c:pt>
                <c:pt idx="234">
                  <c:v>4.68</c:v>
                </c:pt>
                <c:pt idx="235">
                  <c:v>4.7</c:v>
                </c:pt>
                <c:pt idx="236">
                  <c:v>4.72</c:v>
                </c:pt>
                <c:pt idx="237">
                  <c:v>4.74</c:v>
                </c:pt>
                <c:pt idx="238">
                  <c:v>4.76</c:v>
                </c:pt>
                <c:pt idx="239">
                  <c:v>4.78</c:v>
                </c:pt>
                <c:pt idx="240">
                  <c:v>4.8</c:v>
                </c:pt>
                <c:pt idx="241">
                  <c:v>4.82</c:v>
                </c:pt>
                <c:pt idx="242">
                  <c:v>4.84</c:v>
                </c:pt>
                <c:pt idx="243">
                  <c:v>4.8600000000000003</c:v>
                </c:pt>
                <c:pt idx="244">
                  <c:v>4.88</c:v>
                </c:pt>
                <c:pt idx="245">
                  <c:v>4.9000000000000004</c:v>
                </c:pt>
                <c:pt idx="246">
                  <c:v>4.92</c:v>
                </c:pt>
                <c:pt idx="247">
                  <c:v>4.9400000000000004</c:v>
                </c:pt>
                <c:pt idx="248">
                  <c:v>4.96</c:v>
                </c:pt>
                <c:pt idx="249">
                  <c:v>4.9800000000000004</c:v>
                </c:pt>
                <c:pt idx="250">
                  <c:v>5</c:v>
                </c:pt>
                <c:pt idx="251">
                  <c:v>5.0199999999999996</c:v>
                </c:pt>
                <c:pt idx="252">
                  <c:v>5.04</c:v>
                </c:pt>
                <c:pt idx="253">
                  <c:v>5.0599999999999996</c:v>
                </c:pt>
                <c:pt idx="254">
                  <c:v>5.08</c:v>
                </c:pt>
                <c:pt idx="255">
                  <c:v>5.0999999999999996</c:v>
                </c:pt>
                <c:pt idx="256">
                  <c:v>5.12</c:v>
                </c:pt>
                <c:pt idx="257">
                  <c:v>5.14</c:v>
                </c:pt>
                <c:pt idx="258">
                  <c:v>5.16</c:v>
                </c:pt>
                <c:pt idx="259">
                  <c:v>5.18</c:v>
                </c:pt>
                <c:pt idx="260">
                  <c:v>5.2</c:v>
                </c:pt>
                <c:pt idx="261">
                  <c:v>5.22</c:v>
                </c:pt>
                <c:pt idx="262">
                  <c:v>5.24</c:v>
                </c:pt>
                <c:pt idx="263">
                  <c:v>5.26</c:v>
                </c:pt>
                <c:pt idx="264">
                  <c:v>5.28</c:v>
                </c:pt>
                <c:pt idx="265">
                  <c:v>5.3</c:v>
                </c:pt>
                <c:pt idx="266">
                  <c:v>5.32</c:v>
                </c:pt>
                <c:pt idx="267">
                  <c:v>5.34</c:v>
                </c:pt>
                <c:pt idx="268">
                  <c:v>5.36</c:v>
                </c:pt>
                <c:pt idx="269">
                  <c:v>5.38</c:v>
                </c:pt>
                <c:pt idx="270">
                  <c:v>5.4</c:v>
                </c:pt>
                <c:pt idx="271">
                  <c:v>5.42</c:v>
                </c:pt>
                <c:pt idx="272">
                  <c:v>5.44</c:v>
                </c:pt>
                <c:pt idx="273">
                  <c:v>5.46</c:v>
                </c:pt>
                <c:pt idx="274">
                  <c:v>5.48</c:v>
                </c:pt>
                <c:pt idx="275">
                  <c:v>5.5</c:v>
                </c:pt>
                <c:pt idx="276">
                  <c:v>5.52</c:v>
                </c:pt>
                <c:pt idx="277">
                  <c:v>5.54</c:v>
                </c:pt>
                <c:pt idx="278">
                  <c:v>5.56</c:v>
                </c:pt>
                <c:pt idx="279">
                  <c:v>5.58</c:v>
                </c:pt>
                <c:pt idx="280">
                  <c:v>5.6</c:v>
                </c:pt>
                <c:pt idx="281">
                  <c:v>5.62</c:v>
                </c:pt>
                <c:pt idx="282">
                  <c:v>5.64</c:v>
                </c:pt>
                <c:pt idx="283">
                  <c:v>5.66</c:v>
                </c:pt>
                <c:pt idx="284">
                  <c:v>5.68</c:v>
                </c:pt>
                <c:pt idx="285">
                  <c:v>5.7</c:v>
                </c:pt>
                <c:pt idx="286">
                  <c:v>5.72</c:v>
                </c:pt>
                <c:pt idx="287">
                  <c:v>5.74</c:v>
                </c:pt>
                <c:pt idx="288">
                  <c:v>5.76</c:v>
                </c:pt>
                <c:pt idx="289">
                  <c:v>5.78</c:v>
                </c:pt>
                <c:pt idx="290">
                  <c:v>5.8</c:v>
                </c:pt>
                <c:pt idx="291">
                  <c:v>5.82</c:v>
                </c:pt>
                <c:pt idx="292">
                  <c:v>5.84</c:v>
                </c:pt>
                <c:pt idx="293">
                  <c:v>5.86</c:v>
                </c:pt>
                <c:pt idx="294">
                  <c:v>5.88</c:v>
                </c:pt>
                <c:pt idx="295">
                  <c:v>5.9</c:v>
                </c:pt>
                <c:pt idx="296">
                  <c:v>5.92</c:v>
                </c:pt>
                <c:pt idx="297">
                  <c:v>5.94</c:v>
                </c:pt>
                <c:pt idx="298">
                  <c:v>5.96</c:v>
                </c:pt>
                <c:pt idx="299">
                  <c:v>5.98</c:v>
                </c:pt>
                <c:pt idx="300">
                  <c:v>6</c:v>
                </c:pt>
                <c:pt idx="301">
                  <c:v>6.02</c:v>
                </c:pt>
                <c:pt idx="302">
                  <c:v>6.04</c:v>
                </c:pt>
                <c:pt idx="303">
                  <c:v>6.06</c:v>
                </c:pt>
                <c:pt idx="304">
                  <c:v>6.08</c:v>
                </c:pt>
                <c:pt idx="305">
                  <c:v>6.1</c:v>
                </c:pt>
                <c:pt idx="306">
                  <c:v>6.12</c:v>
                </c:pt>
                <c:pt idx="307">
                  <c:v>6.14</c:v>
                </c:pt>
                <c:pt idx="308">
                  <c:v>6.16</c:v>
                </c:pt>
                <c:pt idx="309">
                  <c:v>6.18</c:v>
                </c:pt>
                <c:pt idx="310">
                  <c:v>6.2</c:v>
                </c:pt>
                <c:pt idx="311">
                  <c:v>6.22</c:v>
                </c:pt>
                <c:pt idx="312">
                  <c:v>6.24</c:v>
                </c:pt>
                <c:pt idx="313">
                  <c:v>6.26</c:v>
                </c:pt>
                <c:pt idx="314">
                  <c:v>6.28</c:v>
                </c:pt>
                <c:pt idx="315">
                  <c:v>6.3</c:v>
                </c:pt>
                <c:pt idx="316">
                  <c:v>6.32</c:v>
                </c:pt>
                <c:pt idx="317">
                  <c:v>6.34</c:v>
                </c:pt>
                <c:pt idx="318">
                  <c:v>6.36</c:v>
                </c:pt>
                <c:pt idx="319">
                  <c:v>6.38</c:v>
                </c:pt>
                <c:pt idx="320">
                  <c:v>6.4</c:v>
                </c:pt>
                <c:pt idx="321">
                  <c:v>6.42</c:v>
                </c:pt>
                <c:pt idx="322">
                  <c:v>6.44</c:v>
                </c:pt>
                <c:pt idx="323">
                  <c:v>6.46</c:v>
                </c:pt>
                <c:pt idx="324">
                  <c:v>6.48</c:v>
                </c:pt>
                <c:pt idx="325">
                  <c:v>6.5</c:v>
                </c:pt>
                <c:pt idx="326">
                  <c:v>6.52</c:v>
                </c:pt>
                <c:pt idx="327">
                  <c:v>6.54</c:v>
                </c:pt>
                <c:pt idx="328">
                  <c:v>6.56</c:v>
                </c:pt>
                <c:pt idx="329">
                  <c:v>6.58</c:v>
                </c:pt>
                <c:pt idx="330">
                  <c:v>6.6</c:v>
                </c:pt>
                <c:pt idx="331">
                  <c:v>6.62</c:v>
                </c:pt>
                <c:pt idx="332">
                  <c:v>6.64</c:v>
                </c:pt>
                <c:pt idx="333">
                  <c:v>6.66</c:v>
                </c:pt>
                <c:pt idx="334">
                  <c:v>6.68</c:v>
                </c:pt>
                <c:pt idx="335">
                  <c:v>6.7</c:v>
                </c:pt>
                <c:pt idx="336">
                  <c:v>6.72</c:v>
                </c:pt>
                <c:pt idx="337">
                  <c:v>6.74</c:v>
                </c:pt>
                <c:pt idx="338">
                  <c:v>6.76</c:v>
                </c:pt>
                <c:pt idx="339">
                  <c:v>6.78</c:v>
                </c:pt>
                <c:pt idx="340">
                  <c:v>6.8</c:v>
                </c:pt>
                <c:pt idx="341">
                  <c:v>6.82</c:v>
                </c:pt>
                <c:pt idx="342">
                  <c:v>6.84</c:v>
                </c:pt>
                <c:pt idx="343">
                  <c:v>6.86</c:v>
                </c:pt>
                <c:pt idx="344">
                  <c:v>6.88</c:v>
                </c:pt>
                <c:pt idx="345">
                  <c:v>6.9</c:v>
                </c:pt>
                <c:pt idx="346">
                  <c:v>6.92</c:v>
                </c:pt>
                <c:pt idx="347">
                  <c:v>6.94</c:v>
                </c:pt>
                <c:pt idx="348">
                  <c:v>6.96</c:v>
                </c:pt>
                <c:pt idx="349">
                  <c:v>6.98</c:v>
                </c:pt>
                <c:pt idx="350">
                  <c:v>7</c:v>
                </c:pt>
                <c:pt idx="351">
                  <c:v>7.02</c:v>
                </c:pt>
                <c:pt idx="352">
                  <c:v>7.04</c:v>
                </c:pt>
                <c:pt idx="353">
                  <c:v>7.06</c:v>
                </c:pt>
                <c:pt idx="354">
                  <c:v>7.08</c:v>
                </c:pt>
                <c:pt idx="355">
                  <c:v>7.1</c:v>
                </c:pt>
                <c:pt idx="356">
                  <c:v>7.12</c:v>
                </c:pt>
                <c:pt idx="357">
                  <c:v>7.14</c:v>
                </c:pt>
                <c:pt idx="358">
                  <c:v>7.16</c:v>
                </c:pt>
                <c:pt idx="359">
                  <c:v>7.18</c:v>
                </c:pt>
                <c:pt idx="360">
                  <c:v>7.2</c:v>
                </c:pt>
                <c:pt idx="361">
                  <c:v>7.22</c:v>
                </c:pt>
                <c:pt idx="362">
                  <c:v>7.24</c:v>
                </c:pt>
                <c:pt idx="363">
                  <c:v>7.26</c:v>
                </c:pt>
                <c:pt idx="364">
                  <c:v>7.28</c:v>
                </c:pt>
                <c:pt idx="365">
                  <c:v>7.3</c:v>
                </c:pt>
                <c:pt idx="366">
                  <c:v>7.32</c:v>
                </c:pt>
                <c:pt idx="367">
                  <c:v>7.34</c:v>
                </c:pt>
                <c:pt idx="368">
                  <c:v>7.36</c:v>
                </c:pt>
                <c:pt idx="369">
                  <c:v>7.38</c:v>
                </c:pt>
                <c:pt idx="370">
                  <c:v>7.4</c:v>
                </c:pt>
                <c:pt idx="371">
                  <c:v>7.42</c:v>
                </c:pt>
                <c:pt idx="372">
                  <c:v>7.44</c:v>
                </c:pt>
                <c:pt idx="373">
                  <c:v>7.46</c:v>
                </c:pt>
                <c:pt idx="374">
                  <c:v>7.48</c:v>
                </c:pt>
                <c:pt idx="375">
                  <c:v>7.5</c:v>
                </c:pt>
                <c:pt idx="376">
                  <c:v>7.52</c:v>
                </c:pt>
                <c:pt idx="377">
                  <c:v>7.54</c:v>
                </c:pt>
                <c:pt idx="378">
                  <c:v>7.56</c:v>
                </c:pt>
                <c:pt idx="379">
                  <c:v>7.58</c:v>
                </c:pt>
                <c:pt idx="380">
                  <c:v>7.6</c:v>
                </c:pt>
                <c:pt idx="381">
                  <c:v>7.62</c:v>
                </c:pt>
                <c:pt idx="382">
                  <c:v>7.64</c:v>
                </c:pt>
                <c:pt idx="383">
                  <c:v>7.66</c:v>
                </c:pt>
                <c:pt idx="384">
                  <c:v>7.68</c:v>
                </c:pt>
                <c:pt idx="385">
                  <c:v>7.7</c:v>
                </c:pt>
                <c:pt idx="386">
                  <c:v>7.72</c:v>
                </c:pt>
                <c:pt idx="387">
                  <c:v>7.74</c:v>
                </c:pt>
                <c:pt idx="388">
                  <c:v>7.76</c:v>
                </c:pt>
                <c:pt idx="389">
                  <c:v>7.78</c:v>
                </c:pt>
                <c:pt idx="390">
                  <c:v>7.8</c:v>
                </c:pt>
                <c:pt idx="391">
                  <c:v>7.82</c:v>
                </c:pt>
                <c:pt idx="392">
                  <c:v>7.84</c:v>
                </c:pt>
                <c:pt idx="393">
                  <c:v>7.86</c:v>
                </c:pt>
                <c:pt idx="394">
                  <c:v>7.88</c:v>
                </c:pt>
                <c:pt idx="395">
                  <c:v>7.9</c:v>
                </c:pt>
                <c:pt idx="396">
                  <c:v>7.92</c:v>
                </c:pt>
                <c:pt idx="397">
                  <c:v>7.94</c:v>
                </c:pt>
                <c:pt idx="398">
                  <c:v>7.96</c:v>
                </c:pt>
                <c:pt idx="399">
                  <c:v>7.98</c:v>
                </c:pt>
                <c:pt idx="400">
                  <c:v>8</c:v>
                </c:pt>
                <c:pt idx="401">
                  <c:v>8.02</c:v>
                </c:pt>
                <c:pt idx="402">
                  <c:v>8.0399999999999991</c:v>
                </c:pt>
                <c:pt idx="403">
                  <c:v>8.06</c:v>
                </c:pt>
                <c:pt idx="404">
                  <c:v>8.08</c:v>
                </c:pt>
                <c:pt idx="405">
                  <c:v>8.1</c:v>
                </c:pt>
                <c:pt idx="406">
                  <c:v>8.1199999999999992</c:v>
                </c:pt>
                <c:pt idx="407">
                  <c:v>8.14</c:v>
                </c:pt>
                <c:pt idx="408">
                  <c:v>8.16</c:v>
                </c:pt>
                <c:pt idx="409">
                  <c:v>8.18</c:v>
                </c:pt>
                <c:pt idx="410">
                  <c:v>8.1999999999999993</c:v>
                </c:pt>
                <c:pt idx="411">
                  <c:v>8.2200000000000006</c:v>
                </c:pt>
                <c:pt idx="412">
                  <c:v>8.24</c:v>
                </c:pt>
                <c:pt idx="413">
                  <c:v>8.26</c:v>
                </c:pt>
                <c:pt idx="414">
                  <c:v>8.2799999999999994</c:v>
                </c:pt>
                <c:pt idx="415">
                  <c:v>8.3000000000000007</c:v>
                </c:pt>
                <c:pt idx="416">
                  <c:v>8.32</c:v>
                </c:pt>
                <c:pt idx="417">
                  <c:v>8.34</c:v>
                </c:pt>
                <c:pt idx="418">
                  <c:v>8.36</c:v>
                </c:pt>
                <c:pt idx="419">
                  <c:v>8.3800000000000008</c:v>
                </c:pt>
                <c:pt idx="420">
                  <c:v>8.4</c:v>
                </c:pt>
                <c:pt idx="421">
                  <c:v>8.42</c:v>
                </c:pt>
                <c:pt idx="422">
                  <c:v>8.44</c:v>
                </c:pt>
                <c:pt idx="423">
                  <c:v>8.4600000000000009</c:v>
                </c:pt>
                <c:pt idx="424">
                  <c:v>8.48</c:v>
                </c:pt>
                <c:pt idx="425">
                  <c:v>8.5</c:v>
                </c:pt>
                <c:pt idx="426">
                  <c:v>8.52</c:v>
                </c:pt>
                <c:pt idx="427">
                  <c:v>8.5399999999999991</c:v>
                </c:pt>
                <c:pt idx="428">
                  <c:v>8.56</c:v>
                </c:pt>
                <c:pt idx="429">
                  <c:v>8.58</c:v>
                </c:pt>
                <c:pt idx="430">
                  <c:v>8.6</c:v>
                </c:pt>
                <c:pt idx="431">
                  <c:v>8.6199999999999992</c:v>
                </c:pt>
                <c:pt idx="432">
                  <c:v>8.64</c:v>
                </c:pt>
                <c:pt idx="433">
                  <c:v>8.66</c:v>
                </c:pt>
                <c:pt idx="434">
                  <c:v>8.68</c:v>
                </c:pt>
                <c:pt idx="435">
                  <c:v>8.6999999999999993</c:v>
                </c:pt>
                <c:pt idx="436">
                  <c:v>8.7200000000000006</c:v>
                </c:pt>
                <c:pt idx="437">
                  <c:v>8.74</c:v>
                </c:pt>
                <c:pt idx="438">
                  <c:v>8.76</c:v>
                </c:pt>
                <c:pt idx="439">
                  <c:v>8.7799999999999994</c:v>
                </c:pt>
                <c:pt idx="440">
                  <c:v>8.8000000000000007</c:v>
                </c:pt>
                <c:pt idx="441">
                  <c:v>8.82</c:v>
                </c:pt>
                <c:pt idx="442">
                  <c:v>8.84</c:v>
                </c:pt>
                <c:pt idx="443">
                  <c:v>8.86</c:v>
                </c:pt>
                <c:pt idx="444">
                  <c:v>8.8800000000000008</c:v>
                </c:pt>
                <c:pt idx="445">
                  <c:v>8.9</c:v>
                </c:pt>
                <c:pt idx="446">
                  <c:v>8.92</c:v>
                </c:pt>
                <c:pt idx="447">
                  <c:v>8.94</c:v>
                </c:pt>
                <c:pt idx="448">
                  <c:v>8.9600000000000009</c:v>
                </c:pt>
                <c:pt idx="449">
                  <c:v>8.98</c:v>
                </c:pt>
                <c:pt idx="450">
                  <c:v>9</c:v>
                </c:pt>
                <c:pt idx="451">
                  <c:v>9.02</c:v>
                </c:pt>
                <c:pt idx="452">
                  <c:v>9.0399999999999991</c:v>
                </c:pt>
                <c:pt idx="453">
                  <c:v>9.06</c:v>
                </c:pt>
                <c:pt idx="454">
                  <c:v>9.08</c:v>
                </c:pt>
                <c:pt idx="455">
                  <c:v>9.1</c:v>
                </c:pt>
                <c:pt idx="456">
                  <c:v>9.1199999999999992</c:v>
                </c:pt>
                <c:pt idx="457">
                  <c:v>9.14</c:v>
                </c:pt>
                <c:pt idx="458">
                  <c:v>9.16</c:v>
                </c:pt>
                <c:pt idx="459">
                  <c:v>9.18</c:v>
                </c:pt>
                <c:pt idx="460">
                  <c:v>9.1999999999999993</c:v>
                </c:pt>
                <c:pt idx="461">
                  <c:v>9.2200000000000006</c:v>
                </c:pt>
                <c:pt idx="462">
                  <c:v>9.24</c:v>
                </c:pt>
                <c:pt idx="463">
                  <c:v>9.26</c:v>
                </c:pt>
                <c:pt idx="464">
                  <c:v>9.2799999999999994</c:v>
                </c:pt>
                <c:pt idx="465">
                  <c:v>9.3000000000000007</c:v>
                </c:pt>
                <c:pt idx="466">
                  <c:v>9.32</c:v>
                </c:pt>
                <c:pt idx="467">
                  <c:v>9.34</c:v>
                </c:pt>
                <c:pt idx="468">
                  <c:v>9.36</c:v>
                </c:pt>
                <c:pt idx="469">
                  <c:v>9.3800000000000008</c:v>
                </c:pt>
                <c:pt idx="470">
                  <c:v>9.4</c:v>
                </c:pt>
                <c:pt idx="471">
                  <c:v>9.42</c:v>
                </c:pt>
                <c:pt idx="472">
                  <c:v>9.44</c:v>
                </c:pt>
                <c:pt idx="473">
                  <c:v>9.4600000000000009</c:v>
                </c:pt>
                <c:pt idx="474">
                  <c:v>9.48</c:v>
                </c:pt>
                <c:pt idx="475">
                  <c:v>9.5</c:v>
                </c:pt>
                <c:pt idx="476">
                  <c:v>9.52</c:v>
                </c:pt>
                <c:pt idx="477">
                  <c:v>9.5399999999999991</c:v>
                </c:pt>
                <c:pt idx="478">
                  <c:v>9.56</c:v>
                </c:pt>
                <c:pt idx="479">
                  <c:v>9.58</c:v>
                </c:pt>
                <c:pt idx="480">
                  <c:v>9.6</c:v>
                </c:pt>
                <c:pt idx="481">
                  <c:v>9.6199999999999992</c:v>
                </c:pt>
                <c:pt idx="482">
                  <c:v>9.64</c:v>
                </c:pt>
                <c:pt idx="483">
                  <c:v>9.66</c:v>
                </c:pt>
                <c:pt idx="484">
                  <c:v>9.68</c:v>
                </c:pt>
                <c:pt idx="485">
                  <c:v>9.6999999999999993</c:v>
                </c:pt>
                <c:pt idx="486">
                  <c:v>9.7200000000000006</c:v>
                </c:pt>
                <c:pt idx="487">
                  <c:v>9.74</c:v>
                </c:pt>
                <c:pt idx="488">
                  <c:v>9.76</c:v>
                </c:pt>
                <c:pt idx="489">
                  <c:v>9.7799999999999994</c:v>
                </c:pt>
                <c:pt idx="490">
                  <c:v>9.8000000000000007</c:v>
                </c:pt>
                <c:pt idx="491">
                  <c:v>9.82</c:v>
                </c:pt>
                <c:pt idx="492">
                  <c:v>9.84</c:v>
                </c:pt>
                <c:pt idx="493">
                  <c:v>9.86</c:v>
                </c:pt>
                <c:pt idx="494">
                  <c:v>9.8800000000000008</c:v>
                </c:pt>
                <c:pt idx="495">
                  <c:v>9.9</c:v>
                </c:pt>
                <c:pt idx="496">
                  <c:v>9.92</c:v>
                </c:pt>
                <c:pt idx="497">
                  <c:v>9.94</c:v>
                </c:pt>
                <c:pt idx="498">
                  <c:v>9.9600000000000009</c:v>
                </c:pt>
                <c:pt idx="499">
                  <c:v>9.98</c:v>
                </c:pt>
                <c:pt idx="500">
                  <c:v>10</c:v>
                </c:pt>
              </c:numCache>
            </c:numRef>
          </c:xVal>
          <c:yVal>
            <c:numRef>
              <c:f>Sheet1!$B$2:$B$502</c:f>
              <c:numCache>
                <c:formatCode>General</c:formatCode>
                <c:ptCount val="501"/>
                <c:pt idx="46">
                  <c:v>1.1694</c:v>
                </c:pt>
                <c:pt idx="47">
                  <c:v>1.149</c:v>
                </c:pt>
                <c:pt idx="48">
                  <c:v>1.1281000000000001</c:v>
                </c:pt>
                <c:pt idx="49">
                  <c:v>1.1067</c:v>
                </c:pt>
                <c:pt idx="50">
                  <c:v>1.0848</c:v>
                </c:pt>
                <c:pt idx="51">
                  <c:v>1.0624</c:v>
                </c:pt>
                <c:pt idx="52">
                  <c:v>1.0397000000000001</c:v>
                </c:pt>
                <c:pt idx="53">
                  <c:v>1.0165999999999999</c:v>
                </c:pt>
                <c:pt idx="54">
                  <c:v>0.99319999999999997</c:v>
                </c:pt>
                <c:pt idx="55">
                  <c:v>0.96960000000000002</c:v>
                </c:pt>
                <c:pt idx="56">
                  <c:v>0.94579999999999997</c:v>
                </c:pt>
                <c:pt idx="57">
                  <c:v>0.92169999999999996</c:v>
                </c:pt>
                <c:pt idx="58">
                  <c:v>0.89759999999999995</c:v>
                </c:pt>
                <c:pt idx="59">
                  <c:v>0.87339999999999995</c:v>
                </c:pt>
                <c:pt idx="60">
                  <c:v>0.84909999999999997</c:v>
                </c:pt>
                <c:pt idx="61">
                  <c:v>0.82489999999999997</c:v>
                </c:pt>
                <c:pt idx="62">
                  <c:v>0.80069999999999997</c:v>
                </c:pt>
                <c:pt idx="63">
                  <c:v>0.77649999999999997</c:v>
                </c:pt>
                <c:pt idx="64">
                  <c:v>0.75249999999999995</c:v>
                </c:pt>
                <c:pt idx="65">
                  <c:v>0.72860000000000003</c:v>
                </c:pt>
                <c:pt idx="66">
                  <c:v>0.70489999999999997</c:v>
                </c:pt>
                <c:pt idx="67">
                  <c:v>0.68149999999999999</c:v>
                </c:pt>
                <c:pt idx="68">
                  <c:v>0.65820000000000001</c:v>
                </c:pt>
                <c:pt idx="69">
                  <c:v>0.63529999999999998</c:v>
                </c:pt>
                <c:pt idx="70">
                  <c:v>0.61260000000000003</c:v>
                </c:pt>
                <c:pt idx="71">
                  <c:v>0.59030000000000005</c:v>
                </c:pt>
                <c:pt idx="72">
                  <c:v>0.56830000000000003</c:v>
                </c:pt>
                <c:pt idx="73">
                  <c:v>0.54669999999999996</c:v>
                </c:pt>
                <c:pt idx="74">
                  <c:v>0.52539999999999998</c:v>
                </c:pt>
                <c:pt idx="75">
                  <c:v>0.50460000000000005</c:v>
                </c:pt>
                <c:pt idx="76">
                  <c:v>0.48420000000000002</c:v>
                </c:pt>
                <c:pt idx="77">
                  <c:v>0.46429999999999999</c:v>
                </c:pt>
                <c:pt idx="78">
                  <c:v>0.44479999999999997</c:v>
                </c:pt>
                <c:pt idx="79">
                  <c:v>0.42580000000000001</c:v>
                </c:pt>
                <c:pt idx="80">
                  <c:v>0.4073</c:v>
                </c:pt>
                <c:pt idx="81">
                  <c:v>0.38929999999999998</c:v>
                </c:pt>
                <c:pt idx="82">
                  <c:v>0.37169999999999997</c:v>
                </c:pt>
                <c:pt idx="83">
                  <c:v>0.35470000000000002</c:v>
                </c:pt>
                <c:pt idx="84">
                  <c:v>0.33810000000000001</c:v>
                </c:pt>
                <c:pt idx="85">
                  <c:v>0.3221</c:v>
                </c:pt>
                <c:pt idx="86">
                  <c:v>0.30659999999999998</c:v>
                </c:pt>
                <c:pt idx="87">
                  <c:v>0.29160000000000003</c:v>
                </c:pt>
                <c:pt idx="88">
                  <c:v>0.27710000000000001</c:v>
                </c:pt>
                <c:pt idx="89">
                  <c:v>0.2631</c:v>
                </c:pt>
                <c:pt idx="90">
                  <c:v>0.24959999999999999</c:v>
                </c:pt>
                <c:pt idx="91">
                  <c:v>0.2366</c:v>
                </c:pt>
                <c:pt idx="92">
                  <c:v>0.22409999999999999</c:v>
                </c:pt>
                <c:pt idx="93">
                  <c:v>0.21210000000000001</c:v>
                </c:pt>
                <c:pt idx="94">
                  <c:v>0.20050000000000001</c:v>
                </c:pt>
                <c:pt idx="95">
                  <c:v>0.1895</c:v>
                </c:pt>
                <c:pt idx="96">
                  <c:v>0.1789</c:v>
                </c:pt>
                <c:pt idx="97">
                  <c:v>0.16869999999999999</c:v>
                </c:pt>
                <c:pt idx="98">
                  <c:v>0.159</c:v>
                </c:pt>
                <c:pt idx="99">
                  <c:v>0.14979999999999999</c:v>
                </c:pt>
                <c:pt idx="100">
                  <c:v>0.1409</c:v>
                </c:pt>
                <c:pt idx="101">
                  <c:v>0.13250000000000001</c:v>
                </c:pt>
                <c:pt idx="102">
                  <c:v>0.1245</c:v>
                </c:pt>
                <c:pt idx="103">
                  <c:v>0.1169</c:v>
                </c:pt>
                <c:pt idx="104">
                  <c:v>0.1096</c:v>
                </c:pt>
                <c:pt idx="105">
                  <c:v>0.1027</c:v>
                </c:pt>
                <c:pt idx="106">
                  <c:v>9.6199999999999994E-2</c:v>
                </c:pt>
                <c:pt idx="107">
                  <c:v>0.09</c:v>
                </c:pt>
                <c:pt idx="108">
                  <c:v>8.4099999999999994E-2</c:v>
                </c:pt>
                <c:pt idx="109">
                  <c:v>7.8600000000000003E-2</c:v>
                </c:pt>
                <c:pt idx="110">
                  <c:v>7.3400000000000007E-2</c:v>
                </c:pt>
                <c:pt idx="111">
                  <c:v>6.8400000000000002E-2</c:v>
                </c:pt>
                <c:pt idx="112">
                  <c:v>6.3700000000000007E-2</c:v>
                </c:pt>
                <c:pt idx="113">
                  <c:v>5.9299999999999999E-2</c:v>
                </c:pt>
                <c:pt idx="114">
                  <c:v>5.5199999999999999E-2</c:v>
                </c:pt>
                <c:pt idx="115">
                  <c:v>5.1299999999999998E-2</c:v>
                </c:pt>
                <c:pt idx="116">
                  <c:v>4.7699999999999999E-2</c:v>
                </c:pt>
                <c:pt idx="117">
                  <c:v>4.4200000000000003E-2</c:v>
                </c:pt>
                <c:pt idx="118">
                  <c:v>4.1000000000000002E-2</c:v>
                </c:pt>
                <c:pt idx="119">
                  <c:v>3.7999999999999999E-2</c:v>
                </c:pt>
                <c:pt idx="120">
                  <c:v>3.5200000000000002E-2</c:v>
                </c:pt>
                <c:pt idx="121">
                  <c:v>3.2500000000000001E-2</c:v>
                </c:pt>
                <c:pt idx="122">
                  <c:v>3.0099999999999998E-2</c:v>
                </c:pt>
                <c:pt idx="123">
                  <c:v>2.7799999999999998E-2</c:v>
                </c:pt>
                <c:pt idx="124">
                  <c:v>2.5600000000000001E-2</c:v>
                </c:pt>
                <c:pt idx="125">
                  <c:v>2.3599999999999999E-2</c:v>
                </c:pt>
                <c:pt idx="126">
                  <c:v>2.18E-2</c:v>
                </c:pt>
                <c:pt idx="127">
                  <c:v>0.02</c:v>
                </c:pt>
                <c:pt idx="128">
                  <c:v>1.84E-2</c:v>
                </c:pt>
                <c:pt idx="129">
                  <c:v>1.6899999999999998E-2</c:v>
                </c:pt>
                <c:pt idx="130">
                  <c:v>1.5599999999999999E-2</c:v>
                </c:pt>
                <c:pt idx="131">
                  <c:v>1.43E-2</c:v>
                </c:pt>
                <c:pt idx="132">
                  <c:v>1.3100000000000001E-2</c:v>
                </c:pt>
                <c:pt idx="133">
                  <c:v>1.2E-2</c:v>
                </c:pt>
                <c:pt idx="134">
                  <c:v>1.0999999999999999E-2</c:v>
                </c:pt>
                <c:pt idx="135">
                  <c:v>0.01</c:v>
                </c:pt>
                <c:pt idx="136">
                  <c:v>9.1999999999999998E-3</c:v>
                </c:pt>
                <c:pt idx="137">
                  <c:v>8.3999999999999995E-3</c:v>
                </c:pt>
                <c:pt idx="138">
                  <c:v>7.6E-3</c:v>
                </c:pt>
                <c:pt idx="139">
                  <c:v>7.0000000000000001E-3</c:v>
                </c:pt>
                <c:pt idx="140">
                  <c:v>6.3E-3</c:v>
                </c:pt>
                <c:pt idx="141">
                  <c:v>5.7999999999999996E-3</c:v>
                </c:pt>
                <c:pt idx="142">
                  <c:v>5.1999999999999998E-3</c:v>
                </c:pt>
                <c:pt idx="143">
                  <c:v>4.7999999999999996E-3</c:v>
                </c:pt>
                <c:pt idx="144">
                  <c:v>4.3E-3</c:v>
                </c:pt>
                <c:pt idx="145">
                  <c:v>3.8999999999999998E-3</c:v>
                </c:pt>
                <c:pt idx="146">
                  <c:v>3.5999999999999999E-3</c:v>
                </c:pt>
                <c:pt idx="147">
                  <c:v>3.2000000000000002E-3</c:v>
                </c:pt>
                <c:pt idx="148">
                  <c:v>2.8999999999999998E-3</c:v>
                </c:pt>
                <c:pt idx="149">
                  <c:v>2.5999999999999999E-3</c:v>
                </c:pt>
                <c:pt idx="150">
                  <c:v>2.3999999999999998E-3</c:v>
                </c:pt>
                <c:pt idx="151">
                  <c:v>2.0999999999999999E-3</c:v>
                </c:pt>
                <c:pt idx="152">
                  <c:v>1.9E-3</c:v>
                </c:pt>
                <c:pt idx="153">
                  <c:v>1.6999999999999999E-3</c:v>
                </c:pt>
                <c:pt idx="154">
                  <c:v>1.6000000000000001E-3</c:v>
                </c:pt>
                <c:pt idx="155">
                  <c:v>1.4E-3</c:v>
                </c:pt>
                <c:pt idx="156">
                  <c:v>1.2999999999999999E-3</c:v>
                </c:pt>
                <c:pt idx="157">
                  <c:v>1.1000000000000001E-3</c:v>
                </c:pt>
                <c:pt idx="158">
                  <c:v>1E-3</c:v>
                </c:pt>
                <c:pt idx="159">
                  <c:v>8.9999999999999998E-4</c:v>
                </c:pt>
                <c:pt idx="160">
                  <c:v>8.0000000000000004E-4</c:v>
                </c:pt>
                <c:pt idx="161">
                  <c:v>6.9999999999999999E-4</c:v>
                </c:pt>
                <c:pt idx="162">
                  <c:v>6.9999999999999999E-4</c:v>
                </c:pt>
                <c:pt idx="163">
                  <c:v>5.9999999999999995E-4</c:v>
                </c:pt>
                <c:pt idx="164">
                  <c:v>5.0000000000000001E-4</c:v>
                </c:pt>
                <c:pt idx="165">
                  <c:v>5.0000000000000001E-4</c:v>
                </c:pt>
                <c:pt idx="166">
                  <c:v>4.0000000000000002E-4</c:v>
                </c:pt>
                <c:pt idx="167">
                  <c:v>4.0000000000000002E-4</c:v>
                </c:pt>
                <c:pt idx="168">
                  <c:v>2.9999999999999997E-4</c:v>
                </c:pt>
                <c:pt idx="169">
                  <c:v>2.9999999999999997E-4</c:v>
                </c:pt>
                <c:pt idx="170">
                  <c:v>2.9999999999999997E-4</c:v>
                </c:pt>
                <c:pt idx="171">
                  <c:v>2.0000000000000001E-4</c:v>
                </c:pt>
                <c:pt idx="172">
                  <c:v>2.0000000000000001E-4</c:v>
                </c:pt>
                <c:pt idx="173">
                  <c:v>2.0000000000000001E-4</c:v>
                </c:pt>
                <c:pt idx="174">
                  <c:v>2.0000000000000001E-4</c:v>
                </c:pt>
                <c:pt idx="175">
                  <c:v>1E-4</c:v>
                </c:pt>
                <c:pt idx="176">
                  <c:v>1E-4</c:v>
                </c:pt>
                <c:pt idx="177">
                  <c:v>1E-4</c:v>
                </c:pt>
                <c:pt idx="178">
                  <c:v>1E-4</c:v>
                </c:pt>
                <c:pt idx="179">
                  <c:v>1E-4</c:v>
                </c:pt>
                <c:pt idx="180">
                  <c:v>1E-4</c:v>
                </c:pt>
                <c:pt idx="181">
                  <c:v>1E-4</c:v>
                </c:pt>
                <c:pt idx="182">
                  <c:v>1E-4</c:v>
                </c:pt>
                <c:pt idx="183">
                  <c:v>1E-4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FE9-4B1D-A75B-D76056044C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tempête 2</c:v>
                </c:pt>
              </c:strCache>
            </c:strRef>
          </c:tx>
          <c:spPr>
            <a:ln w="19050" cap="flat">
              <a:solidFill>
                <a:srgbClr val="A9C6E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Sheet1!$A$2:$A$502</c:f>
              <c:numCache>
                <c:formatCode>General</c:formatCode>
                <c:ptCount val="5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0.28000000000000003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0.56000000000000005</c:v>
                </c:pt>
                <c:pt idx="29">
                  <c:v>0.57999999999999996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  <c:pt idx="51">
                  <c:v>1.02</c:v>
                </c:pt>
                <c:pt idx="52">
                  <c:v>1.04</c:v>
                </c:pt>
                <c:pt idx="53">
                  <c:v>1.06</c:v>
                </c:pt>
                <c:pt idx="54">
                  <c:v>1.08</c:v>
                </c:pt>
                <c:pt idx="55">
                  <c:v>1.1000000000000001</c:v>
                </c:pt>
                <c:pt idx="56">
                  <c:v>1.1200000000000001</c:v>
                </c:pt>
                <c:pt idx="57">
                  <c:v>1.1399999999999999</c:v>
                </c:pt>
                <c:pt idx="58">
                  <c:v>1.1599999999999999</c:v>
                </c:pt>
                <c:pt idx="59">
                  <c:v>1.18</c:v>
                </c:pt>
                <c:pt idx="60">
                  <c:v>1.2</c:v>
                </c:pt>
                <c:pt idx="61">
                  <c:v>1.22</c:v>
                </c:pt>
                <c:pt idx="62">
                  <c:v>1.24</c:v>
                </c:pt>
                <c:pt idx="63">
                  <c:v>1.26</c:v>
                </c:pt>
                <c:pt idx="64">
                  <c:v>1.28</c:v>
                </c:pt>
                <c:pt idx="65">
                  <c:v>1.3</c:v>
                </c:pt>
                <c:pt idx="66">
                  <c:v>1.32</c:v>
                </c:pt>
                <c:pt idx="67">
                  <c:v>1.34</c:v>
                </c:pt>
                <c:pt idx="68">
                  <c:v>1.36</c:v>
                </c:pt>
                <c:pt idx="69">
                  <c:v>1.38</c:v>
                </c:pt>
                <c:pt idx="70">
                  <c:v>1.4</c:v>
                </c:pt>
                <c:pt idx="71">
                  <c:v>1.42</c:v>
                </c:pt>
                <c:pt idx="72">
                  <c:v>1.44</c:v>
                </c:pt>
                <c:pt idx="73">
                  <c:v>1.46</c:v>
                </c:pt>
                <c:pt idx="74">
                  <c:v>1.48</c:v>
                </c:pt>
                <c:pt idx="75">
                  <c:v>1.5</c:v>
                </c:pt>
                <c:pt idx="76">
                  <c:v>1.52</c:v>
                </c:pt>
                <c:pt idx="77">
                  <c:v>1.54</c:v>
                </c:pt>
                <c:pt idx="78">
                  <c:v>1.56</c:v>
                </c:pt>
                <c:pt idx="79">
                  <c:v>1.58</c:v>
                </c:pt>
                <c:pt idx="80">
                  <c:v>1.6</c:v>
                </c:pt>
                <c:pt idx="81">
                  <c:v>1.62</c:v>
                </c:pt>
                <c:pt idx="82">
                  <c:v>1.64</c:v>
                </c:pt>
                <c:pt idx="83">
                  <c:v>1.66</c:v>
                </c:pt>
                <c:pt idx="84">
                  <c:v>1.68</c:v>
                </c:pt>
                <c:pt idx="85">
                  <c:v>1.7</c:v>
                </c:pt>
                <c:pt idx="86">
                  <c:v>1.72</c:v>
                </c:pt>
                <c:pt idx="87">
                  <c:v>1.74</c:v>
                </c:pt>
                <c:pt idx="88">
                  <c:v>1.76</c:v>
                </c:pt>
                <c:pt idx="89">
                  <c:v>1.78</c:v>
                </c:pt>
                <c:pt idx="90">
                  <c:v>1.8</c:v>
                </c:pt>
                <c:pt idx="91">
                  <c:v>1.82</c:v>
                </c:pt>
                <c:pt idx="92">
                  <c:v>1.84</c:v>
                </c:pt>
                <c:pt idx="93">
                  <c:v>1.86</c:v>
                </c:pt>
                <c:pt idx="94">
                  <c:v>1.88</c:v>
                </c:pt>
                <c:pt idx="95">
                  <c:v>1.9</c:v>
                </c:pt>
                <c:pt idx="96">
                  <c:v>1.92</c:v>
                </c:pt>
                <c:pt idx="97">
                  <c:v>1.94</c:v>
                </c:pt>
                <c:pt idx="98">
                  <c:v>1.96</c:v>
                </c:pt>
                <c:pt idx="99">
                  <c:v>1.98</c:v>
                </c:pt>
                <c:pt idx="100">
                  <c:v>2</c:v>
                </c:pt>
                <c:pt idx="101">
                  <c:v>2.02</c:v>
                </c:pt>
                <c:pt idx="102">
                  <c:v>2.04</c:v>
                </c:pt>
                <c:pt idx="103">
                  <c:v>2.06</c:v>
                </c:pt>
                <c:pt idx="104">
                  <c:v>2.08</c:v>
                </c:pt>
                <c:pt idx="105">
                  <c:v>2.1</c:v>
                </c:pt>
                <c:pt idx="106">
                  <c:v>2.12</c:v>
                </c:pt>
                <c:pt idx="107">
                  <c:v>2.14</c:v>
                </c:pt>
                <c:pt idx="108">
                  <c:v>2.16</c:v>
                </c:pt>
                <c:pt idx="109">
                  <c:v>2.1800000000000002</c:v>
                </c:pt>
                <c:pt idx="110">
                  <c:v>2.2000000000000002</c:v>
                </c:pt>
                <c:pt idx="111">
                  <c:v>2.2200000000000002</c:v>
                </c:pt>
                <c:pt idx="112">
                  <c:v>2.2400000000000002</c:v>
                </c:pt>
                <c:pt idx="113">
                  <c:v>2.2599999999999998</c:v>
                </c:pt>
                <c:pt idx="114">
                  <c:v>2.2799999999999998</c:v>
                </c:pt>
                <c:pt idx="115">
                  <c:v>2.2999999999999998</c:v>
                </c:pt>
                <c:pt idx="116">
                  <c:v>2.3199999999999998</c:v>
                </c:pt>
                <c:pt idx="117">
                  <c:v>2.34</c:v>
                </c:pt>
                <c:pt idx="118">
                  <c:v>2.36</c:v>
                </c:pt>
                <c:pt idx="119">
                  <c:v>2.38</c:v>
                </c:pt>
                <c:pt idx="120">
                  <c:v>2.4</c:v>
                </c:pt>
                <c:pt idx="121">
                  <c:v>2.42</c:v>
                </c:pt>
                <c:pt idx="122">
                  <c:v>2.44</c:v>
                </c:pt>
                <c:pt idx="123">
                  <c:v>2.46</c:v>
                </c:pt>
                <c:pt idx="124">
                  <c:v>2.48</c:v>
                </c:pt>
                <c:pt idx="125">
                  <c:v>2.5</c:v>
                </c:pt>
                <c:pt idx="126">
                  <c:v>2.52</c:v>
                </c:pt>
                <c:pt idx="127">
                  <c:v>2.54</c:v>
                </c:pt>
                <c:pt idx="128">
                  <c:v>2.56</c:v>
                </c:pt>
                <c:pt idx="129">
                  <c:v>2.58</c:v>
                </c:pt>
                <c:pt idx="130">
                  <c:v>2.6</c:v>
                </c:pt>
                <c:pt idx="131">
                  <c:v>2.62</c:v>
                </c:pt>
                <c:pt idx="132">
                  <c:v>2.64</c:v>
                </c:pt>
                <c:pt idx="133">
                  <c:v>2.66</c:v>
                </c:pt>
                <c:pt idx="134">
                  <c:v>2.68</c:v>
                </c:pt>
                <c:pt idx="135">
                  <c:v>2.7</c:v>
                </c:pt>
                <c:pt idx="136">
                  <c:v>2.72</c:v>
                </c:pt>
                <c:pt idx="137">
                  <c:v>2.74</c:v>
                </c:pt>
                <c:pt idx="138">
                  <c:v>2.76</c:v>
                </c:pt>
                <c:pt idx="139">
                  <c:v>2.78</c:v>
                </c:pt>
                <c:pt idx="140">
                  <c:v>2.8</c:v>
                </c:pt>
                <c:pt idx="141">
                  <c:v>2.82</c:v>
                </c:pt>
                <c:pt idx="142">
                  <c:v>2.84</c:v>
                </c:pt>
                <c:pt idx="143">
                  <c:v>2.86</c:v>
                </c:pt>
                <c:pt idx="144">
                  <c:v>2.88</c:v>
                </c:pt>
                <c:pt idx="145">
                  <c:v>2.9</c:v>
                </c:pt>
                <c:pt idx="146">
                  <c:v>2.92</c:v>
                </c:pt>
                <c:pt idx="147">
                  <c:v>2.94</c:v>
                </c:pt>
                <c:pt idx="148">
                  <c:v>2.96</c:v>
                </c:pt>
                <c:pt idx="149">
                  <c:v>2.98</c:v>
                </c:pt>
                <c:pt idx="150">
                  <c:v>3</c:v>
                </c:pt>
                <c:pt idx="151">
                  <c:v>3.02</c:v>
                </c:pt>
                <c:pt idx="152">
                  <c:v>3.04</c:v>
                </c:pt>
                <c:pt idx="153">
                  <c:v>3.06</c:v>
                </c:pt>
                <c:pt idx="154">
                  <c:v>3.08</c:v>
                </c:pt>
                <c:pt idx="155">
                  <c:v>3.1</c:v>
                </c:pt>
                <c:pt idx="156">
                  <c:v>3.12</c:v>
                </c:pt>
                <c:pt idx="157">
                  <c:v>3.14</c:v>
                </c:pt>
                <c:pt idx="158">
                  <c:v>3.16</c:v>
                </c:pt>
                <c:pt idx="159">
                  <c:v>3.18</c:v>
                </c:pt>
                <c:pt idx="160">
                  <c:v>3.2</c:v>
                </c:pt>
                <c:pt idx="161">
                  <c:v>3.22</c:v>
                </c:pt>
                <c:pt idx="162">
                  <c:v>3.24</c:v>
                </c:pt>
                <c:pt idx="163">
                  <c:v>3.26</c:v>
                </c:pt>
                <c:pt idx="164">
                  <c:v>3.28</c:v>
                </c:pt>
                <c:pt idx="165">
                  <c:v>3.3</c:v>
                </c:pt>
                <c:pt idx="166">
                  <c:v>3.32</c:v>
                </c:pt>
                <c:pt idx="167">
                  <c:v>3.34</c:v>
                </c:pt>
                <c:pt idx="168">
                  <c:v>3.36</c:v>
                </c:pt>
                <c:pt idx="169">
                  <c:v>3.38</c:v>
                </c:pt>
                <c:pt idx="170">
                  <c:v>3.4</c:v>
                </c:pt>
                <c:pt idx="171">
                  <c:v>3.42</c:v>
                </c:pt>
                <c:pt idx="172">
                  <c:v>3.44</c:v>
                </c:pt>
                <c:pt idx="173">
                  <c:v>3.46</c:v>
                </c:pt>
                <c:pt idx="174">
                  <c:v>3.48</c:v>
                </c:pt>
                <c:pt idx="175">
                  <c:v>3.5</c:v>
                </c:pt>
                <c:pt idx="176">
                  <c:v>3.52</c:v>
                </c:pt>
                <c:pt idx="177">
                  <c:v>3.54</c:v>
                </c:pt>
                <c:pt idx="178">
                  <c:v>3.56</c:v>
                </c:pt>
                <c:pt idx="179">
                  <c:v>3.58</c:v>
                </c:pt>
                <c:pt idx="180">
                  <c:v>3.6</c:v>
                </c:pt>
                <c:pt idx="181">
                  <c:v>3.62</c:v>
                </c:pt>
                <c:pt idx="182">
                  <c:v>3.64</c:v>
                </c:pt>
                <c:pt idx="183">
                  <c:v>3.66</c:v>
                </c:pt>
                <c:pt idx="184">
                  <c:v>3.68</c:v>
                </c:pt>
                <c:pt idx="185">
                  <c:v>3.7</c:v>
                </c:pt>
                <c:pt idx="186">
                  <c:v>3.72</c:v>
                </c:pt>
                <c:pt idx="187">
                  <c:v>3.74</c:v>
                </c:pt>
                <c:pt idx="188">
                  <c:v>3.76</c:v>
                </c:pt>
                <c:pt idx="189">
                  <c:v>3.78</c:v>
                </c:pt>
                <c:pt idx="190">
                  <c:v>3.8</c:v>
                </c:pt>
                <c:pt idx="191">
                  <c:v>3.82</c:v>
                </c:pt>
                <c:pt idx="192">
                  <c:v>3.84</c:v>
                </c:pt>
                <c:pt idx="193">
                  <c:v>3.86</c:v>
                </c:pt>
                <c:pt idx="194">
                  <c:v>3.88</c:v>
                </c:pt>
                <c:pt idx="195">
                  <c:v>3.9</c:v>
                </c:pt>
                <c:pt idx="196">
                  <c:v>3.92</c:v>
                </c:pt>
                <c:pt idx="197">
                  <c:v>3.94</c:v>
                </c:pt>
                <c:pt idx="198">
                  <c:v>3.96</c:v>
                </c:pt>
                <c:pt idx="199">
                  <c:v>3.98</c:v>
                </c:pt>
                <c:pt idx="200">
                  <c:v>4</c:v>
                </c:pt>
                <c:pt idx="201">
                  <c:v>4.0199999999999996</c:v>
                </c:pt>
                <c:pt idx="202">
                  <c:v>4.04</c:v>
                </c:pt>
                <c:pt idx="203">
                  <c:v>4.0599999999999996</c:v>
                </c:pt>
                <c:pt idx="204">
                  <c:v>4.08</c:v>
                </c:pt>
                <c:pt idx="205">
                  <c:v>4.0999999999999996</c:v>
                </c:pt>
                <c:pt idx="206">
                  <c:v>4.12</c:v>
                </c:pt>
                <c:pt idx="207">
                  <c:v>4.1399999999999997</c:v>
                </c:pt>
                <c:pt idx="208">
                  <c:v>4.16</c:v>
                </c:pt>
                <c:pt idx="209">
                  <c:v>4.18</c:v>
                </c:pt>
                <c:pt idx="210">
                  <c:v>4.2</c:v>
                </c:pt>
                <c:pt idx="211">
                  <c:v>4.22</c:v>
                </c:pt>
                <c:pt idx="212">
                  <c:v>4.24</c:v>
                </c:pt>
                <c:pt idx="213">
                  <c:v>4.26</c:v>
                </c:pt>
                <c:pt idx="214">
                  <c:v>4.28</c:v>
                </c:pt>
                <c:pt idx="215">
                  <c:v>4.3</c:v>
                </c:pt>
                <c:pt idx="216">
                  <c:v>4.32</c:v>
                </c:pt>
                <c:pt idx="217">
                  <c:v>4.34</c:v>
                </c:pt>
                <c:pt idx="218">
                  <c:v>4.3600000000000003</c:v>
                </c:pt>
                <c:pt idx="219">
                  <c:v>4.38</c:v>
                </c:pt>
                <c:pt idx="220">
                  <c:v>4.4000000000000004</c:v>
                </c:pt>
                <c:pt idx="221">
                  <c:v>4.42</c:v>
                </c:pt>
                <c:pt idx="222">
                  <c:v>4.4400000000000004</c:v>
                </c:pt>
                <c:pt idx="223">
                  <c:v>4.46</c:v>
                </c:pt>
                <c:pt idx="224">
                  <c:v>4.4800000000000004</c:v>
                </c:pt>
                <c:pt idx="225">
                  <c:v>4.5</c:v>
                </c:pt>
                <c:pt idx="226">
                  <c:v>4.5199999999999996</c:v>
                </c:pt>
                <c:pt idx="227">
                  <c:v>4.54</c:v>
                </c:pt>
                <c:pt idx="228">
                  <c:v>4.5599999999999996</c:v>
                </c:pt>
                <c:pt idx="229">
                  <c:v>4.58</c:v>
                </c:pt>
                <c:pt idx="230">
                  <c:v>4.5999999999999996</c:v>
                </c:pt>
                <c:pt idx="231">
                  <c:v>4.62</c:v>
                </c:pt>
                <c:pt idx="232">
                  <c:v>4.6399999999999997</c:v>
                </c:pt>
                <c:pt idx="233">
                  <c:v>4.66</c:v>
                </c:pt>
                <c:pt idx="234">
                  <c:v>4.68</c:v>
                </c:pt>
                <c:pt idx="235">
                  <c:v>4.7</c:v>
                </c:pt>
                <c:pt idx="236">
                  <c:v>4.72</c:v>
                </c:pt>
                <c:pt idx="237">
                  <c:v>4.74</c:v>
                </c:pt>
                <c:pt idx="238">
                  <c:v>4.76</c:v>
                </c:pt>
                <c:pt idx="239">
                  <c:v>4.78</c:v>
                </c:pt>
                <c:pt idx="240">
                  <c:v>4.8</c:v>
                </c:pt>
                <c:pt idx="241">
                  <c:v>4.82</c:v>
                </c:pt>
                <c:pt idx="242">
                  <c:v>4.84</c:v>
                </c:pt>
                <c:pt idx="243">
                  <c:v>4.8600000000000003</c:v>
                </c:pt>
                <c:pt idx="244">
                  <c:v>4.88</c:v>
                </c:pt>
                <c:pt idx="245">
                  <c:v>4.9000000000000004</c:v>
                </c:pt>
                <c:pt idx="246">
                  <c:v>4.92</c:v>
                </c:pt>
                <c:pt idx="247">
                  <c:v>4.9400000000000004</c:v>
                </c:pt>
                <c:pt idx="248">
                  <c:v>4.96</c:v>
                </c:pt>
                <c:pt idx="249">
                  <c:v>4.9800000000000004</c:v>
                </c:pt>
                <c:pt idx="250">
                  <c:v>5</c:v>
                </c:pt>
                <c:pt idx="251">
                  <c:v>5.0199999999999996</c:v>
                </c:pt>
                <c:pt idx="252">
                  <c:v>5.04</c:v>
                </c:pt>
                <c:pt idx="253">
                  <c:v>5.0599999999999996</c:v>
                </c:pt>
                <c:pt idx="254">
                  <c:v>5.08</c:v>
                </c:pt>
                <c:pt idx="255">
                  <c:v>5.0999999999999996</c:v>
                </c:pt>
                <c:pt idx="256">
                  <c:v>5.12</c:v>
                </c:pt>
                <c:pt idx="257">
                  <c:v>5.14</c:v>
                </c:pt>
                <c:pt idx="258">
                  <c:v>5.16</c:v>
                </c:pt>
                <c:pt idx="259">
                  <c:v>5.18</c:v>
                </c:pt>
                <c:pt idx="260">
                  <c:v>5.2</c:v>
                </c:pt>
                <c:pt idx="261">
                  <c:v>5.22</c:v>
                </c:pt>
                <c:pt idx="262">
                  <c:v>5.24</c:v>
                </c:pt>
                <c:pt idx="263">
                  <c:v>5.26</c:v>
                </c:pt>
                <c:pt idx="264">
                  <c:v>5.28</c:v>
                </c:pt>
                <c:pt idx="265">
                  <c:v>5.3</c:v>
                </c:pt>
                <c:pt idx="266">
                  <c:v>5.32</c:v>
                </c:pt>
                <c:pt idx="267">
                  <c:v>5.34</c:v>
                </c:pt>
                <c:pt idx="268">
                  <c:v>5.36</c:v>
                </c:pt>
                <c:pt idx="269">
                  <c:v>5.38</c:v>
                </c:pt>
                <c:pt idx="270">
                  <c:v>5.4</c:v>
                </c:pt>
                <c:pt idx="271">
                  <c:v>5.42</c:v>
                </c:pt>
                <c:pt idx="272">
                  <c:v>5.44</c:v>
                </c:pt>
                <c:pt idx="273">
                  <c:v>5.46</c:v>
                </c:pt>
                <c:pt idx="274">
                  <c:v>5.48</c:v>
                </c:pt>
                <c:pt idx="275">
                  <c:v>5.5</c:v>
                </c:pt>
                <c:pt idx="276">
                  <c:v>5.52</c:v>
                </c:pt>
                <c:pt idx="277">
                  <c:v>5.54</c:v>
                </c:pt>
                <c:pt idx="278">
                  <c:v>5.56</c:v>
                </c:pt>
                <c:pt idx="279">
                  <c:v>5.58</c:v>
                </c:pt>
                <c:pt idx="280">
                  <c:v>5.6</c:v>
                </c:pt>
                <c:pt idx="281">
                  <c:v>5.62</c:v>
                </c:pt>
                <c:pt idx="282">
                  <c:v>5.64</c:v>
                </c:pt>
                <c:pt idx="283">
                  <c:v>5.66</c:v>
                </c:pt>
                <c:pt idx="284">
                  <c:v>5.68</c:v>
                </c:pt>
                <c:pt idx="285">
                  <c:v>5.7</c:v>
                </c:pt>
                <c:pt idx="286">
                  <c:v>5.72</c:v>
                </c:pt>
                <c:pt idx="287">
                  <c:v>5.74</c:v>
                </c:pt>
                <c:pt idx="288">
                  <c:v>5.76</c:v>
                </c:pt>
                <c:pt idx="289">
                  <c:v>5.78</c:v>
                </c:pt>
                <c:pt idx="290">
                  <c:v>5.8</c:v>
                </c:pt>
                <c:pt idx="291">
                  <c:v>5.82</c:v>
                </c:pt>
                <c:pt idx="292">
                  <c:v>5.84</c:v>
                </c:pt>
                <c:pt idx="293">
                  <c:v>5.86</c:v>
                </c:pt>
                <c:pt idx="294">
                  <c:v>5.88</c:v>
                </c:pt>
                <c:pt idx="295">
                  <c:v>5.9</c:v>
                </c:pt>
                <c:pt idx="296">
                  <c:v>5.92</c:v>
                </c:pt>
                <c:pt idx="297">
                  <c:v>5.94</c:v>
                </c:pt>
                <c:pt idx="298">
                  <c:v>5.96</c:v>
                </c:pt>
                <c:pt idx="299">
                  <c:v>5.98</c:v>
                </c:pt>
                <c:pt idx="300">
                  <c:v>6</c:v>
                </c:pt>
                <c:pt idx="301">
                  <c:v>6.02</c:v>
                </c:pt>
                <c:pt idx="302">
                  <c:v>6.04</c:v>
                </c:pt>
                <c:pt idx="303">
                  <c:v>6.06</c:v>
                </c:pt>
                <c:pt idx="304">
                  <c:v>6.08</c:v>
                </c:pt>
                <c:pt idx="305">
                  <c:v>6.1</c:v>
                </c:pt>
                <c:pt idx="306">
                  <c:v>6.12</c:v>
                </c:pt>
                <c:pt idx="307">
                  <c:v>6.14</c:v>
                </c:pt>
                <c:pt idx="308">
                  <c:v>6.16</c:v>
                </c:pt>
                <c:pt idx="309">
                  <c:v>6.18</c:v>
                </c:pt>
                <c:pt idx="310">
                  <c:v>6.2</c:v>
                </c:pt>
                <c:pt idx="311">
                  <c:v>6.22</c:v>
                </c:pt>
                <c:pt idx="312">
                  <c:v>6.24</c:v>
                </c:pt>
                <c:pt idx="313">
                  <c:v>6.26</c:v>
                </c:pt>
                <c:pt idx="314">
                  <c:v>6.28</c:v>
                </c:pt>
                <c:pt idx="315">
                  <c:v>6.3</c:v>
                </c:pt>
                <c:pt idx="316">
                  <c:v>6.32</c:v>
                </c:pt>
                <c:pt idx="317">
                  <c:v>6.34</c:v>
                </c:pt>
                <c:pt idx="318">
                  <c:v>6.36</c:v>
                </c:pt>
                <c:pt idx="319">
                  <c:v>6.38</c:v>
                </c:pt>
                <c:pt idx="320">
                  <c:v>6.4</c:v>
                </c:pt>
                <c:pt idx="321">
                  <c:v>6.42</c:v>
                </c:pt>
                <c:pt idx="322">
                  <c:v>6.44</c:v>
                </c:pt>
                <c:pt idx="323">
                  <c:v>6.46</c:v>
                </c:pt>
                <c:pt idx="324">
                  <c:v>6.48</c:v>
                </c:pt>
                <c:pt idx="325">
                  <c:v>6.5</c:v>
                </c:pt>
                <c:pt idx="326">
                  <c:v>6.52</c:v>
                </c:pt>
                <c:pt idx="327">
                  <c:v>6.54</c:v>
                </c:pt>
                <c:pt idx="328">
                  <c:v>6.56</c:v>
                </c:pt>
                <c:pt idx="329">
                  <c:v>6.58</c:v>
                </c:pt>
                <c:pt idx="330">
                  <c:v>6.6</c:v>
                </c:pt>
                <c:pt idx="331">
                  <c:v>6.62</c:v>
                </c:pt>
                <c:pt idx="332">
                  <c:v>6.64</c:v>
                </c:pt>
                <c:pt idx="333">
                  <c:v>6.66</c:v>
                </c:pt>
                <c:pt idx="334">
                  <c:v>6.68</c:v>
                </c:pt>
                <c:pt idx="335">
                  <c:v>6.7</c:v>
                </c:pt>
                <c:pt idx="336">
                  <c:v>6.72</c:v>
                </c:pt>
                <c:pt idx="337">
                  <c:v>6.74</c:v>
                </c:pt>
                <c:pt idx="338">
                  <c:v>6.76</c:v>
                </c:pt>
                <c:pt idx="339">
                  <c:v>6.78</c:v>
                </c:pt>
                <c:pt idx="340">
                  <c:v>6.8</c:v>
                </c:pt>
                <c:pt idx="341">
                  <c:v>6.82</c:v>
                </c:pt>
                <c:pt idx="342">
                  <c:v>6.84</c:v>
                </c:pt>
                <c:pt idx="343">
                  <c:v>6.86</c:v>
                </c:pt>
                <c:pt idx="344">
                  <c:v>6.88</c:v>
                </c:pt>
                <c:pt idx="345">
                  <c:v>6.9</c:v>
                </c:pt>
                <c:pt idx="346">
                  <c:v>6.92</c:v>
                </c:pt>
                <c:pt idx="347">
                  <c:v>6.94</c:v>
                </c:pt>
                <c:pt idx="348">
                  <c:v>6.96</c:v>
                </c:pt>
                <c:pt idx="349">
                  <c:v>6.98</c:v>
                </c:pt>
                <c:pt idx="350">
                  <c:v>7</c:v>
                </c:pt>
                <c:pt idx="351">
                  <c:v>7.02</c:v>
                </c:pt>
                <c:pt idx="352">
                  <c:v>7.04</c:v>
                </c:pt>
                <c:pt idx="353">
                  <c:v>7.06</c:v>
                </c:pt>
                <c:pt idx="354">
                  <c:v>7.08</c:v>
                </c:pt>
                <c:pt idx="355">
                  <c:v>7.1</c:v>
                </c:pt>
                <c:pt idx="356">
                  <c:v>7.12</c:v>
                </c:pt>
                <c:pt idx="357">
                  <c:v>7.14</c:v>
                </c:pt>
                <c:pt idx="358">
                  <c:v>7.16</c:v>
                </c:pt>
                <c:pt idx="359">
                  <c:v>7.18</c:v>
                </c:pt>
                <c:pt idx="360">
                  <c:v>7.2</c:v>
                </c:pt>
                <c:pt idx="361">
                  <c:v>7.22</c:v>
                </c:pt>
                <c:pt idx="362">
                  <c:v>7.24</c:v>
                </c:pt>
                <c:pt idx="363">
                  <c:v>7.26</c:v>
                </c:pt>
                <c:pt idx="364">
                  <c:v>7.28</c:v>
                </c:pt>
                <c:pt idx="365">
                  <c:v>7.3</c:v>
                </c:pt>
                <c:pt idx="366">
                  <c:v>7.32</c:v>
                </c:pt>
                <c:pt idx="367">
                  <c:v>7.34</c:v>
                </c:pt>
                <c:pt idx="368">
                  <c:v>7.36</c:v>
                </c:pt>
                <c:pt idx="369">
                  <c:v>7.38</c:v>
                </c:pt>
                <c:pt idx="370">
                  <c:v>7.4</c:v>
                </c:pt>
                <c:pt idx="371">
                  <c:v>7.42</c:v>
                </c:pt>
                <c:pt idx="372">
                  <c:v>7.44</c:v>
                </c:pt>
                <c:pt idx="373">
                  <c:v>7.46</c:v>
                </c:pt>
                <c:pt idx="374">
                  <c:v>7.48</c:v>
                </c:pt>
                <c:pt idx="375">
                  <c:v>7.5</c:v>
                </c:pt>
                <c:pt idx="376">
                  <c:v>7.52</c:v>
                </c:pt>
                <c:pt idx="377">
                  <c:v>7.54</c:v>
                </c:pt>
                <c:pt idx="378">
                  <c:v>7.56</c:v>
                </c:pt>
                <c:pt idx="379">
                  <c:v>7.58</c:v>
                </c:pt>
                <c:pt idx="380">
                  <c:v>7.6</c:v>
                </c:pt>
                <c:pt idx="381">
                  <c:v>7.62</c:v>
                </c:pt>
                <c:pt idx="382">
                  <c:v>7.64</c:v>
                </c:pt>
                <c:pt idx="383">
                  <c:v>7.66</c:v>
                </c:pt>
                <c:pt idx="384">
                  <c:v>7.68</c:v>
                </c:pt>
                <c:pt idx="385">
                  <c:v>7.7</c:v>
                </c:pt>
                <c:pt idx="386">
                  <c:v>7.72</c:v>
                </c:pt>
                <c:pt idx="387">
                  <c:v>7.74</c:v>
                </c:pt>
                <c:pt idx="388">
                  <c:v>7.76</c:v>
                </c:pt>
                <c:pt idx="389">
                  <c:v>7.78</c:v>
                </c:pt>
                <c:pt idx="390">
                  <c:v>7.8</c:v>
                </c:pt>
                <c:pt idx="391">
                  <c:v>7.82</c:v>
                </c:pt>
                <c:pt idx="392">
                  <c:v>7.84</c:v>
                </c:pt>
                <c:pt idx="393">
                  <c:v>7.86</c:v>
                </c:pt>
                <c:pt idx="394">
                  <c:v>7.88</c:v>
                </c:pt>
                <c:pt idx="395">
                  <c:v>7.9</c:v>
                </c:pt>
                <c:pt idx="396">
                  <c:v>7.92</c:v>
                </c:pt>
                <c:pt idx="397">
                  <c:v>7.94</c:v>
                </c:pt>
                <c:pt idx="398">
                  <c:v>7.96</c:v>
                </c:pt>
                <c:pt idx="399">
                  <c:v>7.98</c:v>
                </c:pt>
                <c:pt idx="400">
                  <c:v>8</c:v>
                </c:pt>
                <c:pt idx="401">
                  <c:v>8.02</c:v>
                </c:pt>
                <c:pt idx="402">
                  <c:v>8.0399999999999991</c:v>
                </c:pt>
                <c:pt idx="403">
                  <c:v>8.06</c:v>
                </c:pt>
                <c:pt idx="404">
                  <c:v>8.08</c:v>
                </c:pt>
                <c:pt idx="405">
                  <c:v>8.1</c:v>
                </c:pt>
                <c:pt idx="406">
                  <c:v>8.1199999999999992</c:v>
                </c:pt>
                <c:pt idx="407">
                  <c:v>8.14</c:v>
                </c:pt>
                <c:pt idx="408">
                  <c:v>8.16</c:v>
                </c:pt>
                <c:pt idx="409">
                  <c:v>8.18</c:v>
                </c:pt>
                <c:pt idx="410">
                  <c:v>8.1999999999999993</c:v>
                </c:pt>
                <c:pt idx="411">
                  <c:v>8.2200000000000006</c:v>
                </c:pt>
                <c:pt idx="412">
                  <c:v>8.24</c:v>
                </c:pt>
                <c:pt idx="413">
                  <c:v>8.26</c:v>
                </c:pt>
                <c:pt idx="414">
                  <c:v>8.2799999999999994</c:v>
                </c:pt>
                <c:pt idx="415">
                  <c:v>8.3000000000000007</c:v>
                </c:pt>
                <c:pt idx="416">
                  <c:v>8.32</c:v>
                </c:pt>
                <c:pt idx="417">
                  <c:v>8.34</c:v>
                </c:pt>
                <c:pt idx="418">
                  <c:v>8.36</c:v>
                </c:pt>
                <c:pt idx="419">
                  <c:v>8.3800000000000008</c:v>
                </c:pt>
                <c:pt idx="420">
                  <c:v>8.4</c:v>
                </c:pt>
                <c:pt idx="421">
                  <c:v>8.42</c:v>
                </c:pt>
                <c:pt idx="422">
                  <c:v>8.44</c:v>
                </c:pt>
                <c:pt idx="423">
                  <c:v>8.4600000000000009</c:v>
                </c:pt>
                <c:pt idx="424">
                  <c:v>8.48</c:v>
                </c:pt>
                <c:pt idx="425">
                  <c:v>8.5</c:v>
                </c:pt>
                <c:pt idx="426">
                  <c:v>8.52</c:v>
                </c:pt>
                <c:pt idx="427">
                  <c:v>8.5399999999999991</c:v>
                </c:pt>
                <c:pt idx="428">
                  <c:v>8.56</c:v>
                </c:pt>
                <c:pt idx="429">
                  <c:v>8.58</c:v>
                </c:pt>
                <c:pt idx="430">
                  <c:v>8.6</c:v>
                </c:pt>
                <c:pt idx="431">
                  <c:v>8.6199999999999992</c:v>
                </c:pt>
                <c:pt idx="432">
                  <c:v>8.64</c:v>
                </c:pt>
                <c:pt idx="433">
                  <c:v>8.66</c:v>
                </c:pt>
                <c:pt idx="434">
                  <c:v>8.68</c:v>
                </c:pt>
                <c:pt idx="435">
                  <c:v>8.6999999999999993</c:v>
                </c:pt>
                <c:pt idx="436">
                  <c:v>8.7200000000000006</c:v>
                </c:pt>
                <c:pt idx="437">
                  <c:v>8.74</c:v>
                </c:pt>
                <c:pt idx="438">
                  <c:v>8.76</c:v>
                </c:pt>
                <c:pt idx="439">
                  <c:v>8.7799999999999994</c:v>
                </c:pt>
                <c:pt idx="440">
                  <c:v>8.8000000000000007</c:v>
                </c:pt>
                <c:pt idx="441">
                  <c:v>8.82</c:v>
                </c:pt>
                <c:pt idx="442">
                  <c:v>8.84</c:v>
                </c:pt>
                <c:pt idx="443">
                  <c:v>8.86</c:v>
                </c:pt>
                <c:pt idx="444">
                  <c:v>8.8800000000000008</c:v>
                </c:pt>
                <c:pt idx="445">
                  <c:v>8.9</c:v>
                </c:pt>
                <c:pt idx="446">
                  <c:v>8.92</c:v>
                </c:pt>
                <c:pt idx="447">
                  <c:v>8.94</c:v>
                </c:pt>
                <c:pt idx="448">
                  <c:v>8.9600000000000009</c:v>
                </c:pt>
                <c:pt idx="449">
                  <c:v>8.98</c:v>
                </c:pt>
                <c:pt idx="450">
                  <c:v>9</c:v>
                </c:pt>
                <c:pt idx="451">
                  <c:v>9.02</c:v>
                </c:pt>
                <c:pt idx="452">
                  <c:v>9.0399999999999991</c:v>
                </c:pt>
                <c:pt idx="453">
                  <c:v>9.06</c:v>
                </c:pt>
                <c:pt idx="454">
                  <c:v>9.08</c:v>
                </c:pt>
                <c:pt idx="455">
                  <c:v>9.1</c:v>
                </c:pt>
                <c:pt idx="456">
                  <c:v>9.1199999999999992</c:v>
                </c:pt>
                <c:pt idx="457">
                  <c:v>9.14</c:v>
                </c:pt>
                <c:pt idx="458">
                  <c:v>9.16</c:v>
                </c:pt>
                <c:pt idx="459">
                  <c:v>9.18</c:v>
                </c:pt>
                <c:pt idx="460">
                  <c:v>9.1999999999999993</c:v>
                </c:pt>
                <c:pt idx="461">
                  <c:v>9.2200000000000006</c:v>
                </c:pt>
                <c:pt idx="462">
                  <c:v>9.24</c:v>
                </c:pt>
                <c:pt idx="463">
                  <c:v>9.26</c:v>
                </c:pt>
                <c:pt idx="464">
                  <c:v>9.2799999999999994</c:v>
                </c:pt>
                <c:pt idx="465">
                  <c:v>9.3000000000000007</c:v>
                </c:pt>
                <c:pt idx="466">
                  <c:v>9.32</c:v>
                </c:pt>
                <c:pt idx="467">
                  <c:v>9.34</c:v>
                </c:pt>
                <c:pt idx="468">
                  <c:v>9.36</c:v>
                </c:pt>
                <c:pt idx="469">
                  <c:v>9.3800000000000008</c:v>
                </c:pt>
                <c:pt idx="470">
                  <c:v>9.4</c:v>
                </c:pt>
                <c:pt idx="471">
                  <c:v>9.42</c:v>
                </c:pt>
                <c:pt idx="472">
                  <c:v>9.44</c:v>
                </c:pt>
                <c:pt idx="473">
                  <c:v>9.4600000000000009</c:v>
                </c:pt>
                <c:pt idx="474">
                  <c:v>9.48</c:v>
                </c:pt>
                <c:pt idx="475">
                  <c:v>9.5</c:v>
                </c:pt>
                <c:pt idx="476">
                  <c:v>9.52</c:v>
                </c:pt>
                <c:pt idx="477">
                  <c:v>9.5399999999999991</c:v>
                </c:pt>
                <c:pt idx="478">
                  <c:v>9.56</c:v>
                </c:pt>
                <c:pt idx="479">
                  <c:v>9.58</c:v>
                </c:pt>
                <c:pt idx="480">
                  <c:v>9.6</c:v>
                </c:pt>
                <c:pt idx="481">
                  <c:v>9.6199999999999992</c:v>
                </c:pt>
                <c:pt idx="482">
                  <c:v>9.64</c:v>
                </c:pt>
                <c:pt idx="483">
                  <c:v>9.66</c:v>
                </c:pt>
                <c:pt idx="484">
                  <c:v>9.68</c:v>
                </c:pt>
                <c:pt idx="485">
                  <c:v>9.6999999999999993</c:v>
                </c:pt>
                <c:pt idx="486">
                  <c:v>9.7200000000000006</c:v>
                </c:pt>
                <c:pt idx="487">
                  <c:v>9.74</c:v>
                </c:pt>
                <c:pt idx="488">
                  <c:v>9.76</c:v>
                </c:pt>
                <c:pt idx="489">
                  <c:v>9.7799999999999994</c:v>
                </c:pt>
                <c:pt idx="490">
                  <c:v>9.8000000000000007</c:v>
                </c:pt>
                <c:pt idx="491">
                  <c:v>9.82</c:v>
                </c:pt>
                <c:pt idx="492">
                  <c:v>9.84</c:v>
                </c:pt>
                <c:pt idx="493">
                  <c:v>9.86</c:v>
                </c:pt>
                <c:pt idx="494">
                  <c:v>9.8800000000000008</c:v>
                </c:pt>
                <c:pt idx="495">
                  <c:v>9.9</c:v>
                </c:pt>
                <c:pt idx="496">
                  <c:v>9.92</c:v>
                </c:pt>
                <c:pt idx="497">
                  <c:v>9.94</c:v>
                </c:pt>
                <c:pt idx="498">
                  <c:v>9.9600000000000009</c:v>
                </c:pt>
                <c:pt idx="499">
                  <c:v>9.98</c:v>
                </c:pt>
                <c:pt idx="500">
                  <c:v>10</c:v>
                </c:pt>
              </c:numCache>
            </c:numRef>
          </c:xVal>
          <c:yVal>
            <c:numRef>
              <c:f>Sheet1!$C$2:$C$502</c:f>
              <c:numCache>
                <c:formatCode>General</c:formatCode>
                <c:ptCount val="501"/>
                <c:pt idx="0">
                  <c:v>0.16039999999999999</c:v>
                </c:pt>
                <c:pt idx="1">
                  <c:v>0.1691</c:v>
                </c:pt>
                <c:pt idx="2">
                  <c:v>0.17810000000000001</c:v>
                </c:pt>
                <c:pt idx="3">
                  <c:v>0.18740000000000001</c:v>
                </c:pt>
                <c:pt idx="4">
                  <c:v>0.1971</c:v>
                </c:pt>
                <c:pt idx="5">
                  <c:v>0.20710000000000001</c:v>
                </c:pt>
                <c:pt idx="6">
                  <c:v>0.21740000000000001</c:v>
                </c:pt>
                <c:pt idx="7">
                  <c:v>0.22800000000000001</c:v>
                </c:pt>
                <c:pt idx="8">
                  <c:v>0.23899999999999999</c:v>
                </c:pt>
                <c:pt idx="9">
                  <c:v>0.25019999999999998</c:v>
                </c:pt>
                <c:pt idx="10">
                  <c:v>0.26179999999999998</c:v>
                </c:pt>
                <c:pt idx="11">
                  <c:v>0.2737</c:v>
                </c:pt>
                <c:pt idx="12">
                  <c:v>0.28599999999999998</c:v>
                </c:pt>
                <c:pt idx="13">
                  <c:v>0.29849999999999999</c:v>
                </c:pt>
                <c:pt idx="14">
                  <c:v>0.31130000000000002</c:v>
                </c:pt>
                <c:pt idx="15">
                  <c:v>0.32440000000000002</c:v>
                </c:pt>
                <c:pt idx="16">
                  <c:v>0.33779999999999999</c:v>
                </c:pt>
                <c:pt idx="17">
                  <c:v>0.35139999999999999</c:v>
                </c:pt>
                <c:pt idx="18">
                  <c:v>0.36530000000000001</c:v>
                </c:pt>
                <c:pt idx="19">
                  <c:v>0.37940000000000002</c:v>
                </c:pt>
                <c:pt idx="20">
                  <c:v>0.39379999999999998</c:v>
                </c:pt>
                <c:pt idx="21">
                  <c:v>0.40839999999999999</c:v>
                </c:pt>
                <c:pt idx="22">
                  <c:v>0.42309999999999998</c:v>
                </c:pt>
                <c:pt idx="23">
                  <c:v>0.43809999999999999</c:v>
                </c:pt>
                <c:pt idx="24">
                  <c:v>0.45319999999999999</c:v>
                </c:pt>
                <c:pt idx="25">
                  <c:v>0.46839999999999998</c:v>
                </c:pt>
                <c:pt idx="26">
                  <c:v>0.48380000000000001</c:v>
                </c:pt>
                <c:pt idx="27">
                  <c:v>0.49919999999999998</c:v>
                </c:pt>
                <c:pt idx="28">
                  <c:v>0.51470000000000005</c:v>
                </c:pt>
                <c:pt idx="29">
                  <c:v>0.53029999999999999</c:v>
                </c:pt>
                <c:pt idx="30">
                  <c:v>0.54590000000000005</c:v>
                </c:pt>
                <c:pt idx="31">
                  <c:v>0.5615</c:v>
                </c:pt>
                <c:pt idx="32">
                  <c:v>0.57699999999999996</c:v>
                </c:pt>
                <c:pt idx="33">
                  <c:v>0.59260000000000002</c:v>
                </c:pt>
                <c:pt idx="34">
                  <c:v>0.60799999999999998</c:v>
                </c:pt>
                <c:pt idx="35">
                  <c:v>0.62329999999999997</c:v>
                </c:pt>
                <c:pt idx="36">
                  <c:v>0.63849999999999996</c:v>
                </c:pt>
                <c:pt idx="37">
                  <c:v>0.65349999999999997</c:v>
                </c:pt>
                <c:pt idx="38">
                  <c:v>0.66839999999999999</c:v>
                </c:pt>
                <c:pt idx="39">
                  <c:v>0.68300000000000005</c:v>
                </c:pt>
                <c:pt idx="40">
                  <c:v>0.69740000000000002</c:v>
                </c:pt>
                <c:pt idx="41">
                  <c:v>0.71140000000000003</c:v>
                </c:pt>
                <c:pt idx="42">
                  <c:v>0.72519999999999996</c:v>
                </c:pt>
                <c:pt idx="43">
                  <c:v>0.73870000000000002</c:v>
                </c:pt>
                <c:pt idx="44">
                  <c:v>0.75170000000000003</c:v>
                </c:pt>
                <c:pt idx="45">
                  <c:v>0.76439999999999997</c:v>
                </c:pt>
                <c:pt idx="46">
                  <c:v>0.77669999999999995</c:v>
                </c:pt>
                <c:pt idx="47">
                  <c:v>0.78849999999999998</c:v>
                </c:pt>
                <c:pt idx="48">
                  <c:v>0.79990000000000006</c:v>
                </c:pt>
                <c:pt idx="49">
                  <c:v>0.81069999999999998</c:v>
                </c:pt>
                <c:pt idx="50">
                  <c:v>0.82099999999999995</c:v>
                </c:pt>
                <c:pt idx="51">
                  <c:v>0.83079999999999998</c:v>
                </c:pt>
                <c:pt idx="52">
                  <c:v>0.84</c:v>
                </c:pt>
                <c:pt idx="53">
                  <c:v>0.84860000000000002</c:v>
                </c:pt>
                <c:pt idx="54">
                  <c:v>0.85660000000000003</c:v>
                </c:pt>
                <c:pt idx="55">
                  <c:v>0.86399999999999999</c:v>
                </c:pt>
                <c:pt idx="56">
                  <c:v>0.87070000000000003</c:v>
                </c:pt>
                <c:pt idx="57">
                  <c:v>0.87680000000000002</c:v>
                </c:pt>
                <c:pt idx="58">
                  <c:v>0.88219999999999998</c:v>
                </c:pt>
                <c:pt idx="59">
                  <c:v>0.88690000000000002</c:v>
                </c:pt>
                <c:pt idx="60">
                  <c:v>0.89090000000000003</c:v>
                </c:pt>
                <c:pt idx="61">
                  <c:v>0.89410000000000001</c:v>
                </c:pt>
                <c:pt idx="62">
                  <c:v>0.89670000000000005</c:v>
                </c:pt>
                <c:pt idx="63">
                  <c:v>0.89849999999999997</c:v>
                </c:pt>
                <c:pt idx="64">
                  <c:v>0.89959999999999996</c:v>
                </c:pt>
                <c:pt idx="65">
                  <c:v>0.9</c:v>
                </c:pt>
                <c:pt idx="66">
                  <c:v>0.89959999999999996</c:v>
                </c:pt>
                <c:pt idx="67">
                  <c:v>0.89849999999999997</c:v>
                </c:pt>
                <c:pt idx="68">
                  <c:v>0.89670000000000005</c:v>
                </c:pt>
                <c:pt idx="69">
                  <c:v>0.89410000000000001</c:v>
                </c:pt>
                <c:pt idx="70">
                  <c:v>0.89090000000000003</c:v>
                </c:pt>
                <c:pt idx="71">
                  <c:v>0.88690000000000002</c:v>
                </c:pt>
                <c:pt idx="72">
                  <c:v>0.88219999999999998</c:v>
                </c:pt>
                <c:pt idx="73">
                  <c:v>0.87680000000000002</c:v>
                </c:pt>
                <c:pt idx="74">
                  <c:v>0.87070000000000003</c:v>
                </c:pt>
                <c:pt idx="75">
                  <c:v>0.86399999999999999</c:v>
                </c:pt>
                <c:pt idx="76">
                  <c:v>0.85660000000000003</c:v>
                </c:pt>
                <c:pt idx="77">
                  <c:v>0.84860000000000002</c:v>
                </c:pt>
                <c:pt idx="78">
                  <c:v>0.84</c:v>
                </c:pt>
                <c:pt idx="79">
                  <c:v>0.83079999999999998</c:v>
                </c:pt>
                <c:pt idx="80">
                  <c:v>0.82099999999999995</c:v>
                </c:pt>
                <c:pt idx="81">
                  <c:v>0.81069999999999998</c:v>
                </c:pt>
                <c:pt idx="82">
                  <c:v>0.79990000000000006</c:v>
                </c:pt>
                <c:pt idx="83">
                  <c:v>0.78849999999999998</c:v>
                </c:pt>
                <c:pt idx="84">
                  <c:v>0.77669999999999995</c:v>
                </c:pt>
                <c:pt idx="85">
                  <c:v>0.76439999999999997</c:v>
                </c:pt>
                <c:pt idx="86">
                  <c:v>0.75170000000000003</c:v>
                </c:pt>
                <c:pt idx="87">
                  <c:v>0.73870000000000002</c:v>
                </c:pt>
                <c:pt idx="88">
                  <c:v>0.72519999999999996</c:v>
                </c:pt>
                <c:pt idx="89">
                  <c:v>0.71140000000000003</c:v>
                </c:pt>
                <c:pt idx="90">
                  <c:v>0.69740000000000002</c:v>
                </c:pt>
                <c:pt idx="91">
                  <c:v>0.68300000000000005</c:v>
                </c:pt>
                <c:pt idx="92">
                  <c:v>0.66839999999999999</c:v>
                </c:pt>
                <c:pt idx="93">
                  <c:v>0.65349999999999997</c:v>
                </c:pt>
                <c:pt idx="94">
                  <c:v>0.63849999999999996</c:v>
                </c:pt>
                <c:pt idx="95">
                  <c:v>0.62329999999999997</c:v>
                </c:pt>
                <c:pt idx="96">
                  <c:v>0.60799999999999998</c:v>
                </c:pt>
                <c:pt idx="97">
                  <c:v>0.59260000000000002</c:v>
                </c:pt>
                <c:pt idx="98">
                  <c:v>0.57699999999999996</c:v>
                </c:pt>
                <c:pt idx="99">
                  <c:v>0.5615</c:v>
                </c:pt>
                <c:pt idx="100">
                  <c:v>0.54590000000000005</c:v>
                </c:pt>
                <c:pt idx="101">
                  <c:v>0.53029999999999999</c:v>
                </c:pt>
                <c:pt idx="102">
                  <c:v>0.51470000000000005</c:v>
                </c:pt>
                <c:pt idx="103">
                  <c:v>0.49919999999999998</c:v>
                </c:pt>
                <c:pt idx="104">
                  <c:v>0.48380000000000001</c:v>
                </c:pt>
                <c:pt idx="105">
                  <c:v>0.46839999999999998</c:v>
                </c:pt>
                <c:pt idx="106">
                  <c:v>0.45319999999999999</c:v>
                </c:pt>
                <c:pt idx="107">
                  <c:v>0.43809999999999999</c:v>
                </c:pt>
                <c:pt idx="108">
                  <c:v>0.42309999999999998</c:v>
                </c:pt>
                <c:pt idx="109">
                  <c:v>0.40839999999999999</c:v>
                </c:pt>
                <c:pt idx="110">
                  <c:v>0.39379999999999998</c:v>
                </c:pt>
                <c:pt idx="111">
                  <c:v>0.37940000000000002</c:v>
                </c:pt>
                <c:pt idx="112">
                  <c:v>0.36530000000000001</c:v>
                </c:pt>
                <c:pt idx="113">
                  <c:v>0.35139999999999999</c:v>
                </c:pt>
                <c:pt idx="114">
                  <c:v>0.33779999999999999</c:v>
                </c:pt>
                <c:pt idx="115">
                  <c:v>0.32440000000000002</c:v>
                </c:pt>
                <c:pt idx="116">
                  <c:v>0.31130000000000002</c:v>
                </c:pt>
                <c:pt idx="117">
                  <c:v>0.29849999999999999</c:v>
                </c:pt>
                <c:pt idx="118">
                  <c:v>0.28599999999999998</c:v>
                </c:pt>
                <c:pt idx="119">
                  <c:v>0.2737</c:v>
                </c:pt>
                <c:pt idx="120">
                  <c:v>0.26179999999999998</c:v>
                </c:pt>
                <c:pt idx="121">
                  <c:v>0.25019999999999998</c:v>
                </c:pt>
                <c:pt idx="122">
                  <c:v>0.23899999999999999</c:v>
                </c:pt>
                <c:pt idx="123">
                  <c:v>0.22800000000000001</c:v>
                </c:pt>
                <c:pt idx="124">
                  <c:v>0.21740000000000001</c:v>
                </c:pt>
                <c:pt idx="125">
                  <c:v>0.20710000000000001</c:v>
                </c:pt>
                <c:pt idx="126">
                  <c:v>0.1971</c:v>
                </c:pt>
                <c:pt idx="127">
                  <c:v>0.18740000000000001</c:v>
                </c:pt>
                <c:pt idx="128">
                  <c:v>0.17810000000000001</c:v>
                </c:pt>
                <c:pt idx="129">
                  <c:v>0.1691</c:v>
                </c:pt>
                <c:pt idx="130">
                  <c:v>0.16039999999999999</c:v>
                </c:pt>
                <c:pt idx="131">
                  <c:v>0.15210000000000001</c:v>
                </c:pt>
                <c:pt idx="132">
                  <c:v>0.14399999999999999</c:v>
                </c:pt>
                <c:pt idx="133">
                  <c:v>0.1363</c:v>
                </c:pt>
                <c:pt idx="134">
                  <c:v>0.12889999999999999</c:v>
                </c:pt>
                <c:pt idx="135">
                  <c:v>0.12180000000000001</c:v>
                </c:pt>
                <c:pt idx="136">
                  <c:v>0.115</c:v>
                </c:pt>
                <c:pt idx="137">
                  <c:v>0.1085</c:v>
                </c:pt>
                <c:pt idx="138">
                  <c:v>0.1022</c:v>
                </c:pt>
                <c:pt idx="139">
                  <c:v>9.6299999999999997E-2</c:v>
                </c:pt>
                <c:pt idx="140">
                  <c:v>9.06E-2</c:v>
                </c:pt>
                <c:pt idx="141">
                  <c:v>8.5199999999999998E-2</c:v>
                </c:pt>
                <c:pt idx="142">
                  <c:v>0.08</c:v>
                </c:pt>
                <c:pt idx="143">
                  <c:v>7.51E-2</c:v>
                </c:pt>
                <c:pt idx="144">
                  <c:v>7.0499999999999993E-2</c:v>
                </c:pt>
                <c:pt idx="145">
                  <c:v>6.6000000000000003E-2</c:v>
                </c:pt>
                <c:pt idx="146">
                  <c:v>6.1800000000000001E-2</c:v>
                </c:pt>
                <c:pt idx="147">
                  <c:v>5.79E-2</c:v>
                </c:pt>
                <c:pt idx="148">
                  <c:v>5.4100000000000002E-2</c:v>
                </c:pt>
                <c:pt idx="149">
                  <c:v>5.0500000000000003E-2</c:v>
                </c:pt>
                <c:pt idx="150">
                  <c:v>4.7199999999999999E-2</c:v>
                </c:pt>
                <c:pt idx="151">
                  <c:v>4.3999999999999997E-2</c:v>
                </c:pt>
                <c:pt idx="152">
                  <c:v>4.1000000000000002E-2</c:v>
                </c:pt>
                <c:pt idx="153">
                  <c:v>3.8199999999999998E-2</c:v>
                </c:pt>
                <c:pt idx="154">
                  <c:v>3.5499999999999997E-2</c:v>
                </c:pt>
                <c:pt idx="155">
                  <c:v>3.3000000000000002E-2</c:v>
                </c:pt>
                <c:pt idx="156">
                  <c:v>3.0599999999999999E-2</c:v>
                </c:pt>
                <c:pt idx="157">
                  <c:v>2.8400000000000002E-2</c:v>
                </c:pt>
                <c:pt idx="158">
                  <c:v>2.64E-2</c:v>
                </c:pt>
                <c:pt idx="159">
                  <c:v>2.4400000000000002E-2</c:v>
                </c:pt>
                <c:pt idx="160">
                  <c:v>2.2599999999999999E-2</c:v>
                </c:pt>
                <c:pt idx="161">
                  <c:v>2.0899999999999998E-2</c:v>
                </c:pt>
                <c:pt idx="162">
                  <c:v>1.9300000000000001E-2</c:v>
                </c:pt>
                <c:pt idx="163">
                  <c:v>1.7899999999999999E-2</c:v>
                </c:pt>
                <c:pt idx="164">
                  <c:v>1.6500000000000001E-2</c:v>
                </c:pt>
                <c:pt idx="165">
                  <c:v>1.52E-2</c:v>
                </c:pt>
                <c:pt idx="166">
                  <c:v>1.4E-2</c:v>
                </c:pt>
                <c:pt idx="167">
                  <c:v>1.29E-2</c:v>
                </c:pt>
                <c:pt idx="168">
                  <c:v>1.18E-2</c:v>
                </c:pt>
                <c:pt idx="169">
                  <c:v>1.09E-2</c:v>
                </c:pt>
                <c:pt idx="170">
                  <c:v>0.01</c:v>
                </c:pt>
                <c:pt idx="171">
                  <c:v>9.1999999999999998E-3</c:v>
                </c:pt>
                <c:pt idx="172">
                  <c:v>8.3999999999999995E-3</c:v>
                </c:pt>
                <c:pt idx="173">
                  <c:v>7.7000000000000002E-3</c:v>
                </c:pt>
                <c:pt idx="174">
                  <c:v>7.0000000000000001E-3</c:v>
                </c:pt>
                <c:pt idx="175">
                  <c:v>6.4000000000000003E-3</c:v>
                </c:pt>
                <c:pt idx="176">
                  <c:v>5.8999999999999999E-3</c:v>
                </c:pt>
                <c:pt idx="177">
                  <c:v>5.4000000000000003E-3</c:v>
                </c:pt>
                <c:pt idx="178">
                  <c:v>4.8999999999999998E-3</c:v>
                </c:pt>
                <c:pt idx="179">
                  <c:v>4.4999999999999997E-3</c:v>
                </c:pt>
                <c:pt idx="180">
                  <c:v>4.1000000000000003E-3</c:v>
                </c:pt>
                <c:pt idx="181">
                  <c:v>3.7000000000000002E-3</c:v>
                </c:pt>
                <c:pt idx="182">
                  <c:v>3.3999999999999998E-3</c:v>
                </c:pt>
                <c:pt idx="183">
                  <c:v>3.0999999999999999E-3</c:v>
                </c:pt>
                <c:pt idx="184">
                  <c:v>2.8E-3</c:v>
                </c:pt>
                <c:pt idx="185">
                  <c:v>2.5000000000000001E-3</c:v>
                </c:pt>
                <c:pt idx="186">
                  <c:v>2.3E-3</c:v>
                </c:pt>
                <c:pt idx="187">
                  <c:v>2.0999999999999999E-3</c:v>
                </c:pt>
                <c:pt idx="188">
                  <c:v>1.9E-3</c:v>
                </c:pt>
                <c:pt idx="189">
                  <c:v>1.6999999999999999E-3</c:v>
                </c:pt>
                <c:pt idx="190">
                  <c:v>1.5E-3</c:v>
                </c:pt>
                <c:pt idx="191">
                  <c:v>1.4E-3</c:v>
                </c:pt>
                <c:pt idx="192">
                  <c:v>1.1999999999999999E-3</c:v>
                </c:pt>
                <c:pt idx="193">
                  <c:v>1.1000000000000001E-3</c:v>
                </c:pt>
                <c:pt idx="194">
                  <c:v>1E-3</c:v>
                </c:pt>
                <c:pt idx="195">
                  <c:v>8.9999999999999998E-4</c:v>
                </c:pt>
                <c:pt idx="196">
                  <c:v>8.0000000000000004E-4</c:v>
                </c:pt>
                <c:pt idx="197">
                  <c:v>6.9999999999999999E-4</c:v>
                </c:pt>
                <c:pt idx="198">
                  <c:v>6.9999999999999999E-4</c:v>
                </c:pt>
                <c:pt idx="199">
                  <c:v>5.9999999999999995E-4</c:v>
                </c:pt>
                <c:pt idx="200">
                  <c:v>5.0000000000000001E-4</c:v>
                </c:pt>
                <c:pt idx="201">
                  <c:v>5.0000000000000001E-4</c:v>
                </c:pt>
                <c:pt idx="202">
                  <c:v>4.0000000000000002E-4</c:v>
                </c:pt>
                <c:pt idx="203">
                  <c:v>4.0000000000000002E-4</c:v>
                </c:pt>
                <c:pt idx="204">
                  <c:v>2.9999999999999997E-4</c:v>
                </c:pt>
                <c:pt idx="205">
                  <c:v>2.9999999999999997E-4</c:v>
                </c:pt>
                <c:pt idx="206">
                  <c:v>2.9999999999999997E-4</c:v>
                </c:pt>
                <c:pt idx="207">
                  <c:v>2.0000000000000001E-4</c:v>
                </c:pt>
                <c:pt idx="208">
                  <c:v>2.0000000000000001E-4</c:v>
                </c:pt>
                <c:pt idx="209">
                  <c:v>2.0000000000000001E-4</c:v>
                </c:pt>
                <c:pt idx="210">
                  <c:v>2.0000000000000001E-4</c:v>
                </c:pt>
                <c:pt idx="211">
                  <c:v>1E-4</c:v>
                </c:pt>
                <c:pt idx="212">
                  <c:v>1E-4</c:v>
                </c:pt>
                <c:pt idx="213">
                  <c:v>1E-4</c:v>
                </c:pt>
                <c:pt idx="214">
                  <c:v>1E-4</c:v>
                </c:pt>
                <c:pt idx="215">
                  <c:v>1E-4</c:v>
                </c:pt>
                <c:pt idx="216">
                  <c:v>1E-4</c:v>
                </c:pt>
                <c:pt idx="217">
                  <c:v>1E-4</c:v>
                </c:pt>
                <c:pt idx="218">
                  <c:v>1E-4</c:v>
                </c:pt>
                <c:pt idx="219">
                  <c:v>1E-4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FE9-4B1D-A75B-D76056044C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tempête 3</c:v>
                </c:pt>
              </c:strCache>
            </c:strRef>
          </c:tx>
          <c:spPr>
            <a:ln w="19050" cap="flat">
              <a:solidFill>
                <a:srgbClr val="A9C6E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Sheet1!$A$2:$A$502</c:f>
              <c:numCache>
                <c:formatCode>General</c:formatCode>
                <c:ptCount val="5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0.28000000000000003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0.56000000000000005</c:v>
                </c:pt>
                <c:pt idx="29">
                  <c:v>0.57999999999999996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  <c:pt idx="51">
                  <c:v>1.02</c:v>
                </c:pt>
                <c:pt idx="52">
                  <c:v>1.04</c:v>
                </c:pt>
                <c:pt idx="53">
                  <c:v>1.06</c:v>
                </c:pt>
                <c:pt idx="54">
                  <c:v>1.08</c:v>
                </c:pt>
                <c:pt idx="55">
                  <c:v>1.1000000000000001</c:v>
                </c:pt>
                <c:pt idx="56">
                  <c:v>1.1200000000000001</c:v>
                </c:pt>
                <c:pt idx="57">
                  <c:v>1.1399999999999999</c:v>
                </c:pt>
                <c:pt idx="58">
                  <c:v>1.1599999999999999</c:v>
                </c:pt>
                <c:pt idx="59">
                  <c:v>1.18</c:v>
                </c:pt>
                <c:pt idx="60">
                  <c:v>1.2</c:v>
                </c:pt>
                <c:pt idx="61">
                  <c:v>1.22</c:v>
                </c:pt>
                <c:pt idx="62">
                  <c:v>1.24</c:v>
                </c:pt>
                <c:pt idx="63">
                  <c:v>1.26</c:v>
                </c:pt>
                <c:pt idx="64">
                  <c:v>1.28</c:v>
                </c:pt>
                <c:pt idx="65">
                  <c:v>1.3</c:v>
                </c:pt>
                <c:pt idx="66">
                  <c:v>1.32</c:v>
                </c:pt>
                <c:pt idx="67">
                  <c:v>1.34</c:v>
                </c:pt>
                <c:pt idx="68">
                  <c:v>1.36</c:v>
                </c:pt>
                <c:pt idx="69">
                  <c:v>1.38</c:v>
                </c:pt>
                <c:pt idx="70">
                  <c:v>1.4</c:v>
                </c:pt>
                <c:pt idx="71">
                  <c:v>1.42</c:v>
                </c:pt>
                <c:pt idx="72">
                  <c:v>1.44</c:v>
                </c:pt>
                <c:pt idx="73">
                  <c:v>1.46</c:v>
                </c:pt>
                <c:pt idx="74">
                  <c:v>1.48</c:v>
                </c:pt>
                <c:pt idx="75">
                  <c:v>1.5</c:v>
                </c:pt>
                <c:pt idx="76">
                  <c:v>1.52</c:v>
                </c:pt>
                <c:pt idx="77">
                  <c:v>1.54</c:v>
                </c:pt>
                <c:pt idx="78">
                  <c:v>1.56</c:v>
                </c:pt>
                <c:pt idx="79">
                  <c:v>1.58</c:v>
                </c:pt>
                <c:pt idx="80">
                  <c:v>1.6</c:v>
                </c:pt>
                <c:pt idx="81">
                  <c:v>1.62</c:v>
                </c:pt>
                <c:pt idx="82">
                  <c:v>1.64</c:v>
                </c:pt>
                <c:pt idx="83">
                  <c:v>1.66</c:v>
                </c:pt>
                <c:pt idx="84">
                  <c:v>1.68</c:v>
                </c:pt>
                <c:pt idx="85">
                  <c:v>1.7</c:v>
                </c:pt>
                <c:pt idx="86">
                  <c:v>1.72</c:v>
                </c:pt>
                <c:pt idx="87">
                  <c:v>1.74</c:v>
                </c:pt>
                <c:pt idx="88">
                  <c:v>1.76</c:v>
                </c:pt>
                <c:pt idx="89">
                  <c:v>1.78</c:v>
                </c:pt>
                <c:pt idx="90">
                  <c:v>1.8</c:v>
                </c:pt>
                <c:pt idx="91">
                  <c:v>1.82</c:v>
                </c:pt>
                <c:pt idx="92">
                  <c:v>1.84</c:v>
                </c:pt>
                <c:pt idx="93">
                  <c:v>1.86</c:v>
                </c:pt>
                <c:pt idx="94">
                  <c:v>1.88</c:v>
                </c:pt>
                <c:pt idx="95">
                  <c:v>1.9</c:v>
                </c:pt>
                <c:pt idx="96">
                  <c:v>1.92</c:v>
                </c:pt>
                <c:pt idx="97">
                  <c:v>1.94</c:v>
                </c:pt>
                <c:pt idx="98">
                  <c:v>1.96</c:v>
                </c:pt>
                <c:pt idx="99">
                  <c:v>1.98</c:v>
                </c:pt>
                <c:pt idx="100">
                  <c:v>2</c:v>
                </c:pt>
                <c:pt idx="101">
                  <c:v>2.02</c:v>
                </c:pt>
                <c:pt idx="102">
                  <c:v>2.04</c:v>
                </c:pt>
                <c:pt idx="103">
                  <c:v>2.06</c:v>
                </c:pt>
                <c:pt idx="104">
                  <c:v>2.08</c:v>
                </c:pt>
                <c:pt idx="105">
                  <c:v>2.1</c:v>
                </c:pt>
                <c:pt idx="106">
                  <c:v>2.12</c:v>
                </c:pt>
                <c:pt idx="107">
                  <c:v>2.14</c:v>
                </c:pt>
                <c:pt idx="108">
                  <c:v>2.16</c:v>
                </c:pt>
                <c:pt idx="109">
                  <c:v>2.1800000000000002</c:v>
                </c:pt>
                <c:pt idx="110">
                  <c:v>2.2000000000000002</c:v>
                </c:pt>
                <c:pt idx="111">
                  <c:v>2.2200000000000002</c:v>
                </c:pt>
                <c:pt idx="112">
                  <c:v>2.2400000000000002</c:v>
                </c:pt>
                <c:pt idx="113">
                  <c:v>2.2599999999999998</c:v>
                </c:pt>
                <c:pt idx="114">
                  <c:v>2.2799999999999998</c:v>
                </c:pt>
                <c:pt idx="115">
                  <c:v>2.2999999999999998</c:v>
                </c:pt>
                <c:pt idx="116">
                  <c:v>2.3199999999999998</c:v>
                </c:pt>
                <c:pt idx="117">
                  <c:v>2.34</c:v>
                </c:pt>
                <c:pt idx="118">
                  <c:v>2.36</c:v>
                </c:pt>
                <c:pt idx="119">
                  <c:v>2.38</c:v>
                </c:pt>
                <c:pt idx="120">
                  <c:v>2.4</c:v>
                </c:pt>
                <c:pt idx="121">
                  <c:v>2.42</c:v>
                </c:pt>
                <c:pt idx="122">
                  <c:v>2.44</c:v>
                </c:pt>
                <c:pt idx="123">
                  <c:v>2.46</c:v>
                </c:pt>
                <c:pt idx="124">
                  <c:v>2.48</c:v>
                </c:pt>
                <c:pt idx="125">
                  <c:v>2.5</c:v>
                </c:pt>
                <c:pt idx="126">
                  <c:v>2.52</c:v>
                </c:pt>
                <c:pt idx="127">
                  <c:v>2.54</c:v>
                </c:pt>
                <c:pt idx="128">
                  <c:v>2.56</c:v>
                </c:pt>
                <c:pt idx="129">
                  <c:v>2.58</c:v>
                </c:pt>
                <c:pt idx="130">
                  <c:v>2.6</c:v>
                </c:pt>
                <c:pt idx="131">
                  <c:v>2.62</c:v>
                </c:pt>
                <c:pt idx="132">
                  <c:v>2.64</c:v>
                </c:pt>
                <c:pt idx="133">
                  <c:v>2.66</c:v>
                </c:pt>
                <c:pt idx="134">
                  <c:v>2.68</c:v>
                </c:pt>
                <c:pt idx="135">
                  <c:v>2.7</c:v>
                </c:pt>
                <c:pt idx="136">
                  <c:v>2.72</c:v>
                </c:pt>
                <c:pt idx="137">
                  <c:v>2.74</c:v>
                </c:pt>
                <c:pt idx="138">
                  <c:v>2.76</c:v>
                </c:pt>
                <c:pt idx="139">
                  <c:v>2.78</c:v>
                </c:pt>
                <c:pt idx="140">
                  <c:v>2.8</c:v>
                </c:pt>
                <c:pt idx="141">
                  <c:v>2.82</c:v>
                </c:pt>
                <c:pt idx="142">
                  <c:v>2.84</c:v>
                </c:pt>
                <c:pt idx="143">
                  <c:v>2.86</c:v>
                </c:pt>
                <c:pt idx="144">
                  <c:v>2.88</c:v>
                </c:pt>
                <c:pt idx="145">
                  <c:v>2.9</c:v>
                </c:pt>
                <c:pt idx="146">
                  <c:v>2.92</c:v>
                </c:pt>
                <c:pt idx="147">
                  <c:v>2.94</c:v>
                </c:pt>
                <c:pt idx="148">
                  <c:v>2.96</c:v>
                </c:pt>
                <c:pt idx="149">
                  <c:v>2.98</c:v>
                </c:pt>
                <c:pt idx="150">
                  <c:v>3</c:v>
                </c:pt>
                <c:pt idx="151">
                  <c:v>3.02</c:v>
                </c:pt>
                <c:pt idx="152">
                  <c:v>3.04</c:v>
                </c:pt>
                <c:pt idx="153">
                  <c:v>3.06</c:v>
                </c:pt>
                <c:pt idx="154">
                  <c:v>3.08</c:v>
                </c:pt>
                <c:pt idx="155">
                  <c:v>3.1</c:v>
                </c:pt>
                <c:pt idx="156">
                  <c:v>3.12</c:v>
                </c:pt>
                <c:pt idx="157">
                  <c:v>3.14</c:v>
                </c:pt>
                <c:pt idx="158">
                  <c:v>3.16</c:v>
                </c:pt>
                <c:pt idx="159">
                  <c:v>3.18</c:v>
                </c:pt>
                <c:pt idx="160">
                  <c:v>3.2</c:v>
                </c:pt>
                <c:pt idx="161">
                  <c:v>3.22</c:v>
                </c:pt>
                <c:pt idx="162">
                  <c:v>3.24</c:v>
                </c:pt>
                <c:pt idx="163">
                  <c:v>3.26</c:v>
                </c:pt>
                <c:pt idx="164">
                  <c:v>3.28</c:v>
                </c:pt>
                <c:pt idx="165">
                  <c:v>3.3</c:v>
                </c:pt>
                <c:pt idx="166">
                  <c:v>3.32</c:v>
                </c:pt>
                <c:pt idx="167">
                  <c:v>3.34</c:v>
                </c:pt>
                <c:pt idx="168">
                  <c:v>3.36</c:v>
                </c:pt>
                <c:pt idx="169">
                  <c:v>3.38</c:v>
                </c:pt>
                <c:pt idx="170">
                  <c:v>3.4</c:v>
                </c:pt>
                <c:pt idx="171">
                  <c:v>3.42</c:v>
                </c:pt>
                <c:pt idx="172">
                  <c:v>3.44</c:v>
                </c:pt>
                <c:pt idx="173">
                  <c:v>3.46</c:v>
                </c:pt>
                <c:pt idx="174">
                  <c:v>3.48</c:v>
                </c:pt>
                <c:pt idx="175">
                  <c:v>3.5</c:v>
                </c:pt>
                <c:pt idx="176">
                  <c:v>3.52</c:v>
                </c:pt>
                <c:pt idx="177">
                  <c:v>3.54</c:v>
                </c:pt>
                <c:pt idx="178">
                  <c:v>3.56</c:v>
                </c:pt>
                <c:pt idx="179">
                  <c:v>3.58</c:v>
                </c:pt>
                <c:pt idx="180">
                  <c:v>3.6</c:v>
                </c:pt>
                <c:pt idx="181">
                  <c:v>3.62</c:v>
                </c:pt>
                <c:pt idx="182">
                  <c:v>3.64</c:v>
                </c:pt>
                <c:pt idx="183">
                  <c:v>3.66</c:v>
                </c:pt>
                <c:pt idx="184">
                  <c:v>3.68</c:v>
                </c:pt>
                <c:pt idx="185">
                  <c:v>3.7</c:v>
                </c:pt>
                <c:pt idx="186">
                  <c:v>3.72</c:v>
                </c:pt>
                <c:pt idx="187">
                  <c:v>3.74</c:v>
                </c:pt>
                <c:pt idx="188">
                  <c:v>3.76</c:v>
                </c:pt>
                <c:pt idx="189">
                  <c:v>3.78</c:v>
                </c:pt>
                <c:pt idx="190">
                  <c:v>3.8</c:v>
                </c:pt>
                <c:pt idx="191">
                  <c:v>3.82</c:v>
                </c:pt>
                <c:pt idx="192">
                  <c:v>3.84</c:v>
                </c:pt>
                <c:pt idx="193">
                  <c:v>3.86</c:v>
                </c:pt>
                <c:pt idx="194">
                  <c:v>3.88</c:v>
                </c:pt>
                <c:pt idx="195">
                  <c:v>3.9</c:v>
                </c:pt>
                <c:pt idx="196">
                  <c:v>3.92</c:v>
                </c:pt>
                <c:pt idx="197">
                  <c:v>3.94</c:v>
                </c:pt>
                <c:pt idx="198">
                  <c:v>3.96</c:v>
                </c:pt>
                <c:pt idx="199">
                  <c:v>3.98</c:v>
                </c:pt>
                <c:pt idx="200">
                  <c:v>4</c:v>
                </c:pt>
                <c:pt idx="201">
                  <c:v>4.0199999999999996</c:v>
                </c:pt>
                <c:pt idx="202">
                  <c:v>4.04</c:v>
                </c:pt>
                <c:pt idx="203">
                  <c:v>4.0599999999999996</c:v>
                </c:pt>
                <c:pt idx="204">
                  <c:v>4.08</c:v>
                </c:pt>
                <c:pt idx="205">
                  <c:v>4.0999999999999996</c:v>
                </c:pt>
                <c:pt idx="206">
                  <c:v>4.12</c:v>
                </c:pt>
                <c:pt idx="207">
                  <c:v>4.1399999999999997</c:v>
                </c:pt>
                <c:pt idx="208">
                  <c:v>4.16</c:v>
                </c:pt>
                <c:pt idx="209">
                  <c:v>4.18</c:v>
                </c:pt>
                <c:pt idx="210">
                  <c:v>4.2</c:v>
                </c:pt>
                <c:pt idx="211">
                  <c:v>4.22</c:v>
                </c:pt>
                <c:pt idx="212">
                  <c:v>4.24</c:v>
                </c:pt>
                <c:pt idx="213">
                  <c:v>4.26</c:v>
                </c:pt>
                <c:pt idx="214">
                  <c:v>4.28</c:v>
                </c:pt>
                <c:pt idx="215">
                  <c:v>4.3</c:v>
                </c:pt>
                <c:pt idx="216">
                  <c:v>4.32</c:v>
                </c:pt>
                <c:pt idx="217">
                  <c:v>4.34</c:v>
                </c:pt>
                <c:pt idx="218">
                  <c:v>4.3600000000000003</c:v>
                </c:pt>
                <c:pt idx="219">
                  <c:v>4.38</c:v>
                </c:pt>
                <c:pt idx="220">
                  <c:v>4.4000000000000004</c:v>
                </c:pt>
                <c:pt idx="221">
                  <c:v>4.42</c:v>
                </c:pt>
                <c:pt idx="222">
                  <c:v>4.4400000000000004</c:v>
                </c:pt>
                <c:pt idx="223">
                  <c:v>4.46</c:v>
                </c:pt>
                <c:pt idx="224">
                  <c:v>4.4800000000000004</c:v>
                </c:pt>
                <c:pt idx="225">
                  <c:v>4.5</c:v>
                </c:pt>
                <c:pt idx="226">
                  <c:v>4.5199999999999996</c:v>
                </c:pt>
                <c:pt idx="227">
                  <c:v>4.54</c:v>
                </c:pt>
                <c:pt idx="228">
                  <c:v>4.5599999999999996</c:v>
                </c:pt>
                <c:pt idx="229">
                  <c:v>4.58</c:v>
                </c:pt>
                <c:pt idx="230">
                  <c:v>4.5999999999999996</c:v>
                </c:pt>
                <c:pt idx="231">
                  <c:v>4.62</c:v>
                </c:pt>
                <c:pt idx="232">
                  <c:v>4.6399999999999997</c:v>
                </c:pt>
                <c:pt idx="233">
                  <c:v>4.66</c:v>
                </c:pt>
                <c:pt idx="234">
                  <c:v>4.68</c:v>
                </c:pt>
                <c:pt idx="235">
                  <c:v>4.7</c:v>
                </c:pt>
                <c:pt idx="236">
                  <c:v>4.72</c:v>
                </c:pt>
                <c:pt idx="237">
                  <c:v>4.74</c:v>
                </c:pt>
                <c:pt idx="238">
                  <c:v>4.76</c:v>
                </c:pt>
                <c:pt idx="239">
                  <c:v>4.78</c:v>
                </c:pt>
                <c:pt idx="240">
                  <c:v>4.8</c:v>
                </c:pt>
                <c:pt idx="241">
                  <c:v>4.82</c:v>
                </c:pt>
                <c:pt idx="242">
                  <c:v>4.84</c:v>
                </c:pt>
                <c:pt idx="243">
                  <c:v>4.8600000000000003</c:v>
                </c:pt>
                <c:pt idx="244">
                  <c:v>4.88</c:v>
                </c:pt>
                <c:pt idx="245">
                  <c:v>4.9000000000000004</c:v>
                </c:pt>
                <c:pt idx="246">
                  <c:v>4.92</c:v>
                </c:pt>
                <c:pt idx="247">
                  <c:v>4.9400000000000004</c:v>
                </c:pt>
                <c:pt idx="248">
                  <c:v>4.96</c:v>
                </c:pt>
                <c:pt idx="249">
                  <c:v>4.9800000000000004</c:v>
                </c:pt>
                <c:pt idx="250">
                  <c:v>5</c:v>
                </c:pt>
                <c:pt idx="251">
                  <c:v>5.0199999999999996</c:v>
                </c:pt>
                <c:pt idx="252">
                  <c:v>5.04</c:v>
                </c:pt>
                <c:pt idx="253">
                  <c:v>5.0599999999999996</c:v>
                </c:pt>
                <c:pt idx="254">
                  <c:v>5.08</c:v>
                </c:pt>
                <c:pt idx="255">
                  <c:v>5.0999999999999996</c:v>
                </c:pt>
                <c:pt idx="256">
                  <c:v>5.12</c:v>
                </c:pt>
                <c:pt idx="257">
                  <c:v>5.14</c:v>
                </c:pt>
                <c:pt idx="258">
                  <c:v>5.16</c:v>
                </c:pt>
                <c:pt idx="259">
                  <c:v>5.18</c:v>
                </c:pt>
                <c:pt idx="260">
                  <c:v>5.2</c:v>
                </c:pt>
                <c:pt idx="261">
                  <c:v>5.22</c:v>
                </c:pt>
                <c:pt idx="262">
                  <c:v>5.24</c:v>
                </c:pt>
                <c:pt idx="263">
                  <c:v>5.26</c:v>
                </c:pt>
                <c:pt idx="264">
                  <c:v>5.28</c:v>
                </c:pt>
                <c:pt idx="265">
                  <c:v>5.3</c:v>
                </c:pt>
                <c:pt idx="266">
                  <c:v>5.32</c:v>
                </c:pt>
                <c:pt idx="267">
                  <c:v>5.34</c:v>
                </c:pt>
                <c:pt idx="268">
                  <c:v>5.36</c:v>
                </c:pt>
                <c:pt idx="269">
                  <c:v>5.38</c:v>
                </c:pt>
                <c:pt idx="270">
                  <c:v>5.4</c:v>
                </c:pt>
                <c:pt idx="271">
                  <c:v>5.42</c:v>
                </c:pt>
                <c:pt idx="272">
                  <c:v>5.44</c:v>
                </c:pt>
                <c:pt idx="273">
                  <c:v>5.46</c:v>
                </c:pt>
                <c:pt idx="274">
                  <c:v>5.48</c:v>
                </c:pt>
                <c:pt idx="275">
                  <c:v>5.5</c:v>
                </c:pt>
                <c:pt idx="276">
                  <c:v>5.52</c:v>
                </c:pt>
                <c:pt idx="277">
                  <c:v>5.54</c:v>
                </c:pt>
                <c:pt idx="278">
                  <c:v>5.56</c:v>
                </c:pt>
                <c:pt idx="279">
                  <c:v>5.58</c:v>
                </c:pt>
                <c:pt idx="280">
                  <c:v>5.6</c:v>
                </c:pt>
                <c:pt idx="281">
                  <c:v>5.62</c:v>
                </c:pt>
                <c:pt idx="282">
                  <c:v>5.64</c:v>
                </c:pt>
                <c:pt idx="283">
                  <c:v>5.66</c:v>
                </c:pt>
                <c:pt idx="284">
                  <c:v>5.68</c:v>
                </c:pt>
                <c:pt idx="285">
                  <c:v>5.7</c:v>
                </c:pt>
                <c:pt idx="286">
                  <c:v>5.72</c:v>
                </c:pt>
                <c:pt idx="287">
                  <c:v>5.74</c:v>
                </c:pt>
                <c:pt idx="288">
                  <c:v>5.76</c:v>
                </c:pt>
                <c:pt idx="289">
                  <c:v>5.78</c:v>
                </c:pt>
                <c:pt idx="290">
                  <c:v>5.8</c:v>
                </c:pt>
                <c:pt idx="291">
                  <c:v>5.82</c:v>
                </c:pt>
                <c:pt idx="292">
                  <c:v>5.84</c:v>
                </c:pt>
                <c:pt idx="293">
                  <c:v>5.86</c:v>
                </c:pt>
                <c:pt idx="294">
                  <c:v>5.88</c:v>
                </c:pt>
                <c:pt idx="295">
                  <c:v>5.9</c:v>
                </c:pt>
                <c:pt idx="296">
                  <c:v>5.92</c:v>
                </c:pt>
                <c:pt idx="297">
                  <c:v>5.94</c:v>
                </c:pt>
                <c:pt idx="298">
                  <c:v>5.96</c:v>
                </c:pt>
                <c:pt idx="299">
                  <c:v>5.98</c:v>
                </c:pt>
                <c:pt idx="300">
                  <c:v>6</c:v>
                </c:pt>
                <c:pt idx="301">
                  <c:v>6.02</c:v>
                </c:pt>
                <c:pt idx="302">
                  <c:v>6.04</c:v>
                </c:pt>
                <c:pt idx="303">
                  <c:v>6.06</c:v>
                </c:pt>
                <c:pt idx="304">
                  <c:v>6.08</c:v>
                </c:pt>
                <c:pt idx="305">
                  <c:v>6.1</c:v>
                </c:pt>
                <c:pt idx="306">
                  <c:v>6.12</c:v>
                </c:pt>
                <c:pt idx="307">
                  <c:v>6.14</c:v>
                </c:pt>
                <c:pt idx="308">
                  <c:v>6.16</c:v>
                </c:pt>
                <c:pt idx="309">
                  <c:v>6.18</c:v>
                </c:pt>
                <c:pt idx="310">
                  <c:v>6.2</c:v>
                </c:pt>
                <c:pt idx="311">
                  <c:v>6.22</c:v>
                </c:pt>
                <c:pt idx="312">
                  <c:v>6.24</c:v>
                </c:pt>
                <c:pt idx="313">
                  <c:v>6.26</c:v>
                </c:pt>
                <c:pt idx="314">
                  <c:v>6.28</c:v>
                </c:pt>
                <c:pt idx="315">
                  <c:v>6.3</c:v>
                </c:pt>
                <c:pt idx="316">
                  <c:v>6.32</c:v>
                </c:pt>
                <c:pt idx="317">
                  <c:v>6.34</c:v>
                </c:pt>
                <c:pt idx="318">
                  <c:v>6.36</c:v>
                </c:pt>
                <c:pt idx="319">
                  <c:v>6.38</c:v>
                </c:pt>
                <c:pt idx="320">
                  <c:v>6.4</c:v>
                </c:pt>
                <c:pt idx="321">
                  <c:v>6.42</c:v>
                </c:pt>
                <c:pt idx="322">
                  <c:v>6.44</c:v>
                </c:pt>
                <c:pt idx="323">
                  <c:v>6.46</c:v>
                </c:pt>
                <c:pt idx="324">
                  <c:v>6.48</c:v>
                </c:pt>
                <c:pt idx="325">
                  <c:v>6.5</c:v>
                </c:pt>
                <c:pt idx="326">
                  <c:v>6.52</c:v>
                </c:pt>
                <c:pt idx="327">
                  <c:v>6.54</c:v>
                </c:pt>
                <c:pt idx="328">
                  <c:v>6.56</c:v>
                </c:pt>
                <c:pt idx="329">
                  <c:v>6.58</c:v>
                </c:pt>
                <c:pt idx="330">
                  <c:v>6.6</c:v>
                </c:pt>
                <c:pt idx="331">
                  <c:v>6.62</c:v>
                </c:pt>
                <c:pt idx="332">
                  <c:v>6.64</c:v>
                </c:pt>
                <c:pt idx="333">
                  <c:v>6.66</c:v>
                </c:pt>
                <c:pt idx="334">
                  <c:v>6.68</c:v>
                </c:pt>
                <c:pt idx="335">
                  <c:v>6.7</c:v>
                </c:pt>
                <c:pt idx="336">
                  <c:v>6.72</c:v>
                </c:pt>
                <c:pt idx="337">
                  <c:v>6.74</c:v>
                </c:pt>
                <c:pt idx="338">
                  <c:v>6.76</c:v>
                </c:pt>
                <c:pt idx="339">
                  <c:v>6.78</c:v>
                </c:pt>
                <c:pt idx="340">
                  <c:v>6.8</c:v>
                </c:pt>
                <c:pt idx="341">
                  <c:v>6.82</c:v>
                </c:pt>
                <c:pt idx="342">
                  <c:v>6.84</c:v>
                </c:pt>
                <c:pt idx="343">
                  <c:v>6.86</c:v>
                </c:pt>
                <c:pt idx="344">
                  <c:v>6.88</c:v>
                </c:pt>
                <c:pt idx="345">
                  <c:v>6.9</c:v>
                </c:pt>
                <c:pt idx="346">
                  <c:v>6.92</c:v>
                </c:pt>
                <c:pt idx="347">
                  <c:v>6.94</c:v>
                </c:pt>
                <c:pt idx="348">
                  <c:v>6.96</c:v>
                </c:pt>
                <c:pt idx="349">
                  <c:v>6.98</c:v>
                </c:pt>
                <c:pt idx="350">
                  <c:v>7</c:v>
                </c:pt>
                <c:pt idx="351">
                  <c:v>7.02</c:v>
                </c:pt>
                <c:pt idx="352">
                  <c:v>7.04</c:v>
                </c:pt>
                <c:pt idx="353">
                  <c:v>7.06</c:v>
                </c:pt>
                <c:pt idx="354">
                  <c:v>7.08</c:v>
                </c:pt>
                <c:pt idx="355">
                  <c:v>7.1</c:v>
                </c:pt>
                <c:pt idx="356">
                  <c:v>7.12</c:v>
                </c:pt>
                <c:pt idx="357">
                  <c:v>7.14</c:v>
                </c:pt>
                <c:pt idx="358">
                  <c:v>7.16</c:v>
                </c:pt>
                <c:pt idx="359">
                  <c:v>7.18</c:v>
                </c:pt>
                <c:pt idx="360">
                  <c:v>7.2</c:v>
                </c:pt>
                <c:pt idx="361">
                  <c:v>7.22</c:v>
                </c:pt>
                <c:pt idx="362">
                  <c:v>7.24</c:v>
                </c:pt>
                <c:pt idx="363">
                  <c:v>7.26</c:v>
                </c:pt>
                <c:pt idx="364">
                  <c:v>7.28</c:v>
                </c:pt>
                <c:pt idx="365">
                  <c:v>7.3</c:v>
                </c:pt>
                <c:pt idx="366">
                  <c:v>7.32</c:v>
                </c:pt>
                <c:pt idx="367">
                  <c:v>7.34</c:v>
                </c:pt>
                <c:pt idx="368">
                  <c:v>7.36</c:v>
                </c:pt>
                <c:pt idx="369">
                  <c:v>7.38</c:v>
                </c:pt>
                <c:pt idx="370">
                  <c:v>7.4</c:v>
                </c:pt>
                <c:pt idx="371">
                  <c:v>7.42</c:v>
                </c:pt>
                <c:pt idx="372">
                  <c:v>7.44</c:v>
                </c:pt>
                <c:pt idx="373">
                  <c:v>7.46</c:v>
                </c:pt>
                <c:pt idx="374">
                  <c:v>7.48</c:v>
                </c:pt>
                <c:pt idx="375">
                  <c:v>7.5</c:v>
                </c:pt>
                <c:pt idx="376">
                  <c:v>7.52</c:v>
                </c:pt>
                <c:pt idx="377">
                  <c:v>7.54</c:v>
                </c:pt>
                <c:pt idx="378">
                  <c:v>7.56</c:v>
                </c:pt>
                <c:pt idx="379">
                  <c:v>7.58</c:v>
                </c:pt>
                <c:pt idx="380">
                  <c:v>7.6</c:v>
                </c:pt>
                <c:pt idx="381">
                  <c:v>7.62</c:v>
                </c:pt>
                <c:pt idx="382">
                  <c:v>7.64</c:v>
                </c:pt>
                <c:pt idx="383">
                  <c:v>7.66</c:v>
                </c:pt>
                <c:pt idx="384">
                  <c:v>7.68</c:v>
                </c:pt>
                <c:pt idx="385">
                  <c:v>7.7</c:v>
                </c:pt>
                <c:pt idx="386">
                  <c:v>7.72</c:v>
                </c:pt>
                <c:pt idx="387">
                  <c:v>7.74</c:v>
                </c:pt>
                <c:pt idx="388">
                  <c:v>7.76</c:v>
                </c:pt>
                <c:pt idx="389">
                  <c:v>7.78</c:v>
                </c:pt>
                <c:pt idx="390">
                  <c:v>7.8</c:v>
                </c:pt>
                <c:pt idx="391">
                  <c:v>7.82</c:v>
                </c:pt>
                <c:pt idx="392">
                  <c:v>7.84</c:v>
                </c:pt>
                <c:pt idx="393">
                  <c:v>7.86</c:v>
                </c:pt>
                <c:pt idx="394">
                  <c:v>7.88</c:v>
                </c:pt>
                <c:pt idx="395">
                  <c:v>7.9</c:v>
                </c:pt>
                <c:pt idx="396">
                  <c:v>7.92</c:v>
                </c:pt>
                <c:pt idx="397">
                  <c:v>7.94</c:v>
                </c:pt>
                <c:pt idx="398">
                  <c:v>7.96</c:v>
                </c:pt>
                <c:pt idx="399">
                  <c:v>7.98</c:v>
                </c:pt>
                <c:pt idx="400">
                  <c:v>8</c:v>
                </c:pt>
                <c:pt idx="401">
                  <c:v>8.02</c:v>
                </c:pt>
                <c:pt idx="402">
                  <c:v>8.0399999999999991</c:v>
                </c:pt>
                <c:pt idx="403">
                  <c:v>8.06</c:v>
                </c:pt>
                <c:pt idx="404">
                  <c:v>8.08</c:v>
                </c:pt>
                <c:pt idx="405">
                  <c:v>8.1</c:v>
                </c:pt>
                <c:pt idx="406">
                  <c:v>8.1199999999999992</c:v>
                </c:pt>
                <c:pt idx="407">
                  <c:v>8.14</c:v>
                </c:pt>
                <c:pt idx="408">
                  <c:v>8.16</c:v>
                </c:pt>
                <c:pt idx="409">
                  <c:v>8.18</c:v>
                </c:pt>
                <c:pt idx="410">
                  <c:v>8.1999999999999993</c:v>
                </c:pt>
                <c:pt idx="411">
                  <c:v>8.2200000000000006</c:v>
                </c:pt>
                <c:pt idx="412">
                  <c:v>8.24</c:v>
                </c:pt>
                <c:pt idx="413">
                  <c:v>8.26</c:v>
                </c:pt>
                <c:pt idx="414">
                  <c:v>8.2799999999999994</c:v>
                </c:pt>
                <c:pt idx="415">
                  <c:v>8.3000000000000007</c:v>
                </c:pt>
                <c:pt idx="416">
                  <c:v>8.32</c:v>
                </c:pt>
                <c:pt idx="417">
                  <c:v>8.34</c:v>
                </c:pt>
                <c:pt idx="418">
                  <c:v>8.36</c:v>
                </c:pt>
                <c:pt idx="419">
                  <c:v>8.3800000000000008</c:v>
                </c:pt>
                <c:pt idx="420">
                  <c:v>8.4</c:v>
                </c:pt>
                <c:pt idx="421">
                  <c:v>8.42</c:v>
                </c:pt>
                <c:pt idx="422">
                  <c:v>8.44</c:v>
                </c:pt>
                <c:pt idx="423">
                  <c:v>8.4600000000000009</c:v>
                </c:pt>
                <c:pt idx="424">
                  <c:v>8.48</c:v>
                </c:pt>
                <c:pt idx="425">
                  <c:v>8.5</c:v>
                </c:pt>
                <c:pt idx="426">
                  <c:v>8.52</c:v>
                </c:pt>
                <c:pt idx="427">
                  <c:v>8.5399999999999991</c:v>
                </c:pt>
                <c:pt idx="428">
                  <c:v>8.56</c:v>
                </c:pt>
                <c:pt idx="429">
                  <c:v>8.58</c:v>
                </c:pt>
                <c:pt idx="430">
                  <c:v>8.6</c:v>
                </c:pt>
                <c:pt idx="431">
                  <c:v>8.6199999999999992</c:v>
                </c:pt>
                <c:pt idx="432">
                  <c:v>8.64</c:v>
                </c:pt>
                <c:pt idx="433">
                  <c:v>8.66</c:v>
                </c:pt>
                <c:pt idx="434">
                  <c:v>8.68</c:v>
                </c:pt>
                <c:pt idx="435">
                  <c:v>8.6999999999999993</c:v>
                </c:pt>
                <c:pt idx="436">
                  <c:v>8.7200000000000006</c:v>
                </c:pt>
                <c:pt idx="437">
                  <c:v>8.74</c:v>
                </c:pt>
                <c:pt idx="438">
                  <c:v>8.76</c:v>
                </c:pt>
                <c:pt idx="439">
                  <c:v>8.7799999999999994</c:v>
                </c:pt>
                <c:pt idx="440">
                  <c:v>8.8000000000000007</c:v>
                </c:pt>
                <c:pt idx="441">
                  <c:v>8.82</c:v>
                </c:pt>
                <c:pt idx="442">
                  <c:v>8.84</c:v>
                </c:pt>
                <c:pt idx="443">
                  <c:v>8.86</c:v>
                </c:pt>
                <c:pt idx="444">
                  <c:v>8.8800000000000008</c:v>
                </c:pt>
                <c:pt idx="445">
                  <c:v>8.9</c:v>
                </c:pt>
                <c:pt idx="446">
                  <c:v>8.92</c:v>
                </c:pt>
                <c:pt idx="447">
                  <c:v>8.94</c:v>
                </c:pt>
                <c:pt idx="448">
                  <c:v>8.9600000000000009</c:v>
                </c:pt>
                <c:pt idx="449">
                  <c:v>8.98</c:v>
                </c:pt>
                <c:pt idx="450">
                  <c:v>9</c:v>
                </c:pt>
                <c:pt idx="451">
                  <c:v>9.02</c:v>
                </c:pt>
                <c:pt idx="452">
                  <c:v>9.0399999999999991</c:v>
                </c:pt>
                <c:pt idx="453">
                  <c:v>9.06</c:v>
                </c:pt>
                <c:pt idx="454">
                  <c:v>9.08</c:v>
                </c:pt>
                <c:pt idx="455">
                  <c:v>9.1</c:v>
                </c:pt>
                <c:pt idx="456">
                  <c:v>9.1199999999999992</c:v>
                </c:pt>
                <c:pt idx="457">
                  <c:v>9.14</c:v>
                </c:pt>
                <c:pt idx="458">
                  <c:v>9.16</c:v>
                </c:pt>
                <c:pt idx="459">
                  <c:v>9.18</c:v>
                </c:pt>
                <c:pt idx="460">
                  <c:v>9.1999999999999993</c:v>
                </c:pt>
                <c:pt idx="461">
                  <c:v>9.2200000000000006</c:v>
                </c:pt>
                <c:pt idx="462">
                  <c:v>9.24</c:v>
                </c:pt>
                <c:pt idx="463">
                  <c:v>9.26</c:v>
                </c:pt>
                <c:pt idx="464">
                  <c:v>9.2799999999999994</c:v>
                </c:pt>
                <c:pt idx="465">
                  <c:v>9.3000000000000007</c:v>
                </c:pt>
                <c:pt idx="466">
                  <c:v>9.32</c:v>
                </c:pt>
                <c:pt idx="467">
                  <c:v>9.34</c:v>
                </c:pt>
                <c:pt idx="468">
                  <c:v>9.36</c:v>
                </c:pt>
                <c:pt idx="469">
                  <c:v>9.3800000000000008</c:v>
                </c:pt>
                <c:pt idx="470">
                  <c:v>9.4</c:v>
                </c:pt>
                <c:pt idx="471">
                  <c:v>9.42</c:v>
                </c:pt>
                <c:pt idx="472">
                  <c:v>9.44</c:v>
                </c:pt>
                <c:pt idx="473">
                  <c:v>9.4600000000000009</c:v>
                </c:pt>
                <c:pt idx="474">
                  <c:v>9.48</c:v>
                </c:pt>
                <c:pt idx="475">
                  <c:v>9.5</c:v>
                </c:pt>
                <c:pt idx="476">
                  <c:v>9.52</c:v>
                </c:pt>
                <c:pt idx="477">
                  <c:v>9.5399999999999991</c:v>
                </c:pt>
                <c:pt idx="478">
                  <c:v>9.56</c:v>
                </c:pt>
                <c:pt idx="479">
                  <c:v>9.58</c:v>
                </c:pt>
                <c:pt idx="480">
                  <c:v>9.6</c:v>
                </c:pt>
                <c:pt idx="481">
                  <c:v>9.6199999999999992</c:v>
                </c:pt>
                <c:pt idx="482">
                  <c:v>9.64</c:v>
                </c:pt>
                <c:pt idx="483">
                  <c:v>9.66</c:v>
                </c:pt>
                <c:pt idx="484">
                  <c:v>9.68</c:v>
                </c:pt>
                <c:pt idx="485">
                  <c:v>9.6999999999999993</c:v>
                </c:pt>
                <c:pt idx="486">
                  <c:v>9.7200000000000006</c:v>
                </c:pt>
                <c:pt idx="487">
                  <c:v>9.74</c:v>
                </c:pt>
                <c:pt idx="488">
                  <c:v>9.76</c:v>
                </c:pt>
                <c:pt idx="489">
                  <c:v>9.7799999999999994</c:v>
                </c:pt>
                <c:pt idx="490">
                  <c:v>9.8000000000000007</c:v>
                </c:pt>
                <c:pt idx="491">
                  <c:v>9.82</c:v>
                </c:pt>
                <c:pt idx="492">
                  <c:v>9.84</c:v>
                </c:pt>
                <c:pt idx="493">
                  <c:v>9.86</c:v>
                </c:pt>
                <c:pt idx="494">
                  <c:v>9.8800000000000008</c:v>
                </c:pt>
                <c:pt idx="495">
                  <c:v>9.9</c:v>
                </c:pt>
                <c:pt idx="496">
                  <c:v>9.92</c:v>
                </c:pt>
                <c:pt idx="497">
                  <c:v>9.94</c:v>
                </c:pt>
                <c:pt idx="498">
                  <c:v>9.9600000000000009</c:v>
                </c:pt>
                <c:pt idx="499">
                  <c:v>9.98</c:v>
                </c:pt>
                <c:pt idx="500">
                  <c:v>10</c:v>
                </c:pt>
              </c:numCache>
            </c:numRef>
          </c:xVal>
          <c:yVal>
            <c:numRef>
              <c:f>Sheet1!$D$2:$D$502</c:f>
              <c:numCache>
                <c:formatCode>General</c:formatCode>
                <c:ptCount val="501"/>
                <c:pt idx="0">
                  <c:v>9.5299999999999996E-2</c:v>
                </c:pt>
                <c:pt idx="1">
                  <c:v>0.10249999999999999</c:v>
                </c:pt>
                <c:pt idx="2">
                  <c:v>0.11020000000000001</c:v>
                </c:pt>
                <c:pt idx="3">
                  <c:v>0.11840000000000001</c:v>
                </c:pt>
                <c:pt idx="4">
                  <c:v>0.127</c:v>
                </c:pt>
                <c:pt idx="5">
                  <c:v>0.13619999999999999</c:v>
                </c:pt>
                <c:pt idx="6">
                  <c:v>0.14599999999999999</c:v>
                </c:pt>
                <c:pt idx="7">
                  <c:v>0.15620000000000001</c:v>
                </c:pt>
                <c:pt idx="8">
                  <c:v>0.1671</c:v>
                </c:pt>
                <c:pt idx="9">
                  <c:v>0.17860000000000001</c:v>
                </c:pt>
                <c:pt idx="10">
                  <c:v>0.1908</c:v>
                </c:pt>
                <c:pt idx="11">
                  <c:v>0.2036</c:v>
                </c:pt>
                <c:pt idx="12">
                  <c:v>0.217</c:v>
                </c:pt>
                <c:pt idx="13">
                  <c:v>0.23119999999999999</c:v>
                </c:pt>
                <c:pt idx="14">
                  <c:v>0.24610000000000001</c:v>
                </c:pt>
                <c:pt idx="15">
                  <c:v>0.26169999999999999</c:v>
                </c:pt>
                <c:pt idx="16">
                  <c:v>0.2782</c:v>
                </c:pt>
                <c:pt idx="17">
                  <c:v>0.2954</c:v>
                </c:pt>
                <c:pt idx="18">
                  <c:v>0.31340000000000001</c:v>
                </c:pt>
                <c:pt idx="19">
                  <c:v>0.3322</c:v>
                </c:pt>
                <c:pt idx="20">
                  <c:v>0.35189999999999999</c:v>
                </c:pt>
                <c:pt idx="21">
                  <c:v>0.37240000000000001</c:v>
                </c:pt>
                <c:pt idx="22">
                  <c:v>0.39379999999999998</c:v>
                </c:pt>
                <c:pt idx="23">
                  <c:v>0.41610000000000003</c:v>
                </c:pt>
                <c:pt idx="24">
                  <c:v>0.43940000000000001</c:v>
                </c:pt>
                <c:pt idx="25">
                  <c:v>0.46350000000000002</c:v>
                </c:pt>
                <c:pt idx="26">
                  <c:v>0.48849999999999999</c:v>
                </c:pt>
                <c:pt idx="27">
                  <c:v>0.51449999999999996</c:v>
                </c:pt>
                <c:pt idx="28">
                  <c:v>0.54149999999999998</c:v>
                </c:pt>
                <c:pt idx="29">
                  <c:v>0.56930000000000003</c:v>
                </c:pt>
                <c:pt idx="30">
                  <c:v>0.59819999999999995</c:v>
                </c:pt>
                <c:pt idx="31">
                  <c:v>0.62790000000000001</c:v>
                </c:pt>
                <c:pt idx="32">
                  <c:v>0.65869999999999995</c:v>
                </c:pt>
                <c:pt idx="33">
                  <c:v>0.69030000000000002</c:v>
                </c:pt>
                <c:pt idx="34">
                  <c:v>0.72289999999999999</c:v>
                </c:pt>
                <c:pt idx="35">
                  <c:v>0.75639999999999996</c:v>
                </c:pt>
                <c:pt idx="36">
                  <c:v>0.79079999999999995</c:v>
                </c:pt>
                <c:pt idx="37">
                  <c:v>0.82609999999999995</c:v>
                </c:pt>
                <c:pt idx="38">
                  <c:v>0.86229999999999996</c:v>
                </c:pt>
                <c:pt idx="39">
                  <c:v>0.89929999999999999</c:v>
                </c:pt>
                <c:pt idx="40">
                  <c:v>0.93720000000000003</c:v>
                </c:pt>
                <c:pt idx="41">
                  <c:v>0.9758</c:v>
                </c:pt>
                <c:pt idx="42">
                  <c:v>1.0152000000000001</c:v>
                </c:pt>
                <c:pt idx="43">
                  <c:v>1.0553999999999999</c:v>
                </c:pt>
                <c:pt idx="44">
                  <c:v>1.0962000000000001</c:v>
                </c:pt>
                <c:pt idx="45">
                  <c:v>1.1376999999999999</c:v>
                </c:pt>
                <c:pt idx="128">
                  <c:v>1.4420999999999999</c:v>
                </c:pt>
                <c:pt idx="129">
                  <c:v>1.3975</c:v>
                </c:pt>
                <c:pt idx="130">
                  <c:v>1.3532</c:v>
                </c:pt>
                <c:pt idx="131">
                  <c:v>1.3091999999999999</c:v>
                </c:pt>
                <c:pt idx="132">
                  <c:v>1.2656000000000001</c:v>
                </c:pt>
                <c:pt idx="133">
                  <c:v>1.2223999999999999</c:v>
                </c:pt>
                <c:pt idx="134">
                  <c:v>1.1798</c:v>
                </c:pt>
                <c:pt idx="135">
                  <c:v>1.1376999999999999</c:v>
                </c:pt>
                <c:pt idx="136">
                  <c:v>1.0962000000000001</c:v>
                </c:pt>
                <c:pt idx="137">
                  <c:v>1.0553999999999999</c:v>
                </c:pt>
                <c:pt idx="138">
                  <c:v>1.0152000000000001</c:v>
                </c:pt>
                <c:pt idx="139">
                  <c:v>0.9758</c:v>
                </c:pt>
                <c:pt idx="140">
                  <c:v>0.93720000000000003</c:v>
                </c:pt>
                <c:pt idx="141">
                  <c:v>0.89929999999999999</c:v>
                </c:pt>
                <c:pt idx="142">
                  <c:v>0.86229999999999996</c:v>
                </c:pt>
                <c:pt idx="143">
                  <c:v>0.82609999999999995</c:v>
                </c:pt>
                <c:pt idx="144">
                  <c:v>0.79079999999999995</c:v>
                </c:pt>
                <c:pt idx="145">
                  <c:v>0.75639999999999996</c:v>
                </c:pt>
                <c:pt idx="146">
                  <c:v>0.72289999999999999</c:v>
                </c:pt>
                <c:pt idx="147">
                  <c:v>0.69030000000000002</c:v>
                </c:pt>
                <c:pt idx="148">
                  <c:v>0.65869999999999995</c:v>
                </c:pt>
                <c:pt idx="149">
                  <c:v>0.62790000000000001</c:v>
                </c:pt>
                <c:pt idx="150">
                  <c:v>0.59819999999999995</c:v>
                </c:pt>
                <c:pt idx="151">
                  <c:v>0.56930000000000003</c:v>
                </c:pt>
                <c:pt idx="152">
                  <c:v>0.54149999999999998</c:v>
                </c:pt>
                <c:pt idx="153">
                  <c:v>0.51449999999999996</c:v>
                </c:pt>
                <c:pt idx="154">
                  <c:v>0.48849999999999999</c:v>
                </c:pt>
                <c:pt idx="155">
                  <c:v>0.46350000000000002</c:v>
                </c:pt>
                <c:pt idx="156">
                  <c:v>0.43940000000000001</c:v>
                </c:pt>
                <c:pt idx="157">
                  <c:v>0.41610000000000003</c:v>
                </c:pt>
                <c:pt idx="158">
                  <c:v>0.39379999999999998</c:v>
                </c:pt>
                <c:pt idx="159">
                  <c:v>0.37240000000000001</c:v>
                </c:pt>
                <c:pt idx="160">
                  <c:v>0.35189999999999999</c:v>
                </c:pt>
                <c:pt idx="161">
                  <c:v>0.3322</c:v>
                </c:pt>
                <c:pt idx="162">
                  <c:v>0.31340000000000001</c:v>
                </c:pt>
                <c:pt idx="163">
                  <c:v>0.2954</c:v>
                </c:pt>
                <c:pt idx="164">
                  <c:v>0.2782</c:v>
                </c:pt>
                <c:pt idx="165">
                  <c:v>0.26169999999999999</c:v>
                </c:pt>
                <c:pt idx="166">
                  <c:v>0.24610000000000001</c:v>
                </c:pt>
                <c:pt idx="167">
                  <c:v>0.23119999999999999</c:v>
                </c:pt>
                <c:pt idx="168">
                  <c:v>0.217</c:v>
                </c:pt>
                <c:pt idx="169">
                  <c:v>0.2036</c:v>
                </c:pt>
                <c:pt idx="170">
                  <c:v>0.1908</c:v>
                </c:pt>
                <c:pt idx="171">
                  <c:v>0.17860000000000001</c:v>
                </c:pt>
                <c:pt idx="172">
                  <c:v>0.1671</c:v>
                </c:pt>
                <c:pt idx="173">
                  <c:v>0.15620000000000001</c:v>
                </c:pt>
                <c:pt idx="174">
                  <c:v>0.14599999999999999</c:v>
                </c:pt>
                <c:pt idx="175">
                  <c:v>0.13619999999999999</c:v>
                </c:pt>
                <c:pt idx="176">
                  <c:v>0.127</c:v>
                </c:pt>
                <c:pt idx="177">
                  <c:v>0.11840000000000001</c:v>
                </c:pt>
                <c:pt idx="178">
                  <c:v>0.11020000000000001</c:v>
                </c:pt>
                <c:pt idx="179">
                  <c:v>0.10249999999999999</c:v>
                </c:pt>
                <c:pt idx="180">
                  <c:v>9.5299999999999996E-2</c:v>
                </c:pt>
                <c:pt idx="181">
                  <c:v>8.8499999999999995E-2</c:v>
                </c:pt>
                <c:pt idx="182">
                  <c:v>8.2199999999999995E-2</c:v>
                </c:pt>
                <c:pt idx="183">
                  <c:v>7.6200000000000004E-2</c:v>
                </c:pt>
                <c:pt idx="184">
                  <c:v>7.0599999999999996E-2</c:v>
                </c:pt>
                <c:pt idx="185">
                  <c:v>6.5299999999999997E-2</c:v>
                </c:pt>
                <c:pt idx="186">
                  <c:v>6.0400000000000002E-2</c:v>
                </c:pt>
                <c:pt idx="187">
                  <c:v>5.5899999999999998E-2</c:v>
                </c:pt>
                <c:pt idx="188">
                  <c:v>5.16E-2</c:v>
                </c:pt>
                <c:pt idx="189">
                  <c:v>4.7600000000000003E-2</c:v>
                </c:pt>
                <c:pt idx="190">
                  <c:v>4.3900000000000002E-2</c:v>
                </c:pt>
                <c:pt idx="191">
                  <c:v>4.0399999999999998E-2</c:v>
                </c:pt>
                <c:pt idx="192">
                  <c:v>3.7199999999999997E-2</c:v>
                </c:pt>
                <c:pt idx="193">
                  <c:v>3.4200000000000001E-2</c:v>
                </c:pt>
                <c:pt idx="194">
                  <c:v>3.15E-2</c:v>
                </c:pt>
                <c:pt idx="195">
                  <c:v>2.8899999999999999E-2</c:v>
                </c:pt>
                <c:pt idx="196">
                  <c:v>2.6499999999999999E-2</c:v>
                </c:pt>
                <c:pt idx="197">
                  <c:v>2.4299999999999999E-2</c:v>
                </c:pt>
                <c:pt idx="198">
                  <c:v>2.23E-2</c:v>
                </c:pt>
                <c:pt idx="199">
                  <c:v>2.0400000000000001E-2</c:v>
                </c:pt>
                <c:pt idx="200">
                  <c:v>1.8599999999999998E-2</c:v>
                </c:pt>
                <c:pt idx="201">
                  <c:v>1.7000000000000001E-2</c:v>
                </c:pt>
                <c:pt idx="202">
                  <c:v>1.55E-2</c:v>
                </c:pt>
                <c:pt idx="203">
                  <c:v>1.4200000000000001E-2</c:v>
                </c:pt>
                <c:pt idx="204">
                  <c:v>1.29E-2</c:v>
                </c:pt>
                <c:pt idx="205">
                  <c:v>1.18E-2</c:v>
                </c:pt>
                <c:pt idx="206">
                  <c:v>1.0699999999999999E-2</c:v>
                </c:pt>
                <c:pt idx="207">
                  <c:v>9.7000000000000003E-3</c:v>
                </c:pt>
                <c:pt idx="208">
                  <c:v>8.8000000000000005E-3</c:v>
                </c:pt>
                <c:pt idx="209">
                  <c:v>8.0000000000000002E-3</c:v>
                </c:pt>
                <c:pt idx="210">
                  <c:v>7.3000000000000001E-3</c:v>
                </c:pt>
                <c:pt idx="211">
                  <c:v>6.6E-3</c:v>
                </c:pt>
                <c:pt idx="212">
                  <c:v>6.0000000000000001E-3</c:v>
                </c:pt>
                <c:pt idx="213">
                  <c:v>5.4000000000000003E-3</c:v>
                </c:pt>
                <c:pt idx="214">
                  <c:v>4.8999999999999998E-3</c:v>
                </c:pt>
                <c:pt idx="215">
                  <c:v>4.4000000000000003E-3</c:v>
                </c:pt>
                <c:pt idx="216">
                  <c:v>4.0000000000000001E-3</c:v>
                </c:pt>
                <c:pt idx="217">
                  <c:v>3.5999999999999999E-3</c:v>
                </c:pt>
                <c:pt idx="218">
                  <c:v>3.2000000000000002E-3</c:v>
                </c:pt>
                <c:pt idx="219">
                  <c:v>2.8999999999999998E-3</c:v>
                </c:pt>
                <c:pt idx="220">
                  <c:v>2.5999999999999999E-3</c:v>
                </c:pt>
                <c:pt idx="221">
                  <c:v>2.3999999999999998E-3</c:v>
                </c:pt>
                <c:pt idx="222">
                  <c:v>2.0999999999999999E-3</c:v>
                </c:pt>
                <c:pt idx="223">
                  <c:v>1.9E-3</c:v>
                </c:pt>
                <c:pt idx="224">
                  <c:v>1.6999999999999999E-3</c:v>
                </c:pt>
                <c:pt idx="225">
                  <c:v>1.5E-3</c:v>
                </c:pt>
                <c:pt idx="226">
                  <c:v>1.4E-3</c:v>
                </c:pt>
                <c:pt idx="227">
                  <c:v>1.1999999999999999E-3</c:v>
                </c:pt>
                <c:pt idx="228">
                  <c:v>1.1000000000000001E-3</c:v>
                </c:pt>
                <c:pt idx="229">
                  <c:v>1E-3</c:v>
                </c:pt>
                <c:pt idx="230">
                  <c:v>8.9999999999999998E-4</c:v>
                </c:pt>
                <c:pt idx="231">
                  <c:v>8.0000000000000004E-4</c:v>
                </c:pt>
                <c:pt idx="232">
                  <c:v>6.9999999999999999E-4</c:v>
                </c:pt>
                <c:pt idx="233">
                  <c:v>5.9999999999999995E-4</c:v>
                </c:pt>
                <c:pt idx="234">
                  <c:v>5.0000000000000001E-4</c:v>
                </c:pt>
                <c:pt idx="235">
                  <c:v>5.0000000000000001E-4</c:v>
                </c:pt>
                <c:pt idx="236">
                  <c:v>4.0000000000000002E-4</c:v>
                </c:pt>
                <c:pt idx="237">
                  <c:v>4.0000000000000002E-4</c:v>
                </c:pt>
                <c:pt idx="238">
                  <c:v>2.9999999999999997E-4</c:v>
                </c:pt>
                <c:pt idx="239">
                  <c:v>2.9999999999999997E-4</c:v>
                </c:pt>
                <c:pt idx="240">
                  <c:v>2.9999999999999997E-4</c:v>
                </c:pt>
                <c:pt idx="241">
                  <c:v>2.0000000000000001E-4</c:v>
                </c:pt>
                <c:pt idx="242">
                  <c:v>2.0000000000000001E-4</c:v>
                </c:pt>
                <c:pt idx="243">
                  <c:v>2.0000000000000001E-4</c:v>
                </c:pt>
                <c:pt idx="244">
                  <c:v>2.0000000000000001E-4</c:v>
                </c:pt>
                <c:pt idx="245">
                  <c:v>1E-4</c:v>
                </c:pt>
                <c:pt idx="246">
                  <c:v>1E-4</c:v>
                </c:pt>
                <c:pt idx="247">
                  <c:v>1E-4</c:v>
                </c:pt>
                <c:pt idx="248">
                  <c:v>1E-4</c:v>
                </c:pt>
                <c:pt idx="249">
                  <c:v>1E-4</c:v>
                </c:pt>
                <c:pt idx="250">
                  <c:v>1E-4</c:v>
                </c:pt>
                <c:pt idx="251">
                  <c:v>1E-4</c:v>
                </c:pt>
                <c:pt idx="252">
                  <c:v>1E-4</c:v>
                </c:pt>
                <c:pt idx="253">
                  <c:v>1E-4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FE9-4B1D-A75B-D76056044CA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tempête 4</c:v>
                </c:pt>
              </c:strCache>
            </c:strRef>
          </c:tx>
          <c:spPr>
            <a:ln w="19050" cap="flat">
              <a:solidFill>
                <a:srgbClr val="A9C6E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Sheet1!$A$2:$A$502</c:f>
              <c:numCache>
                <c:formatCode>General</c:formatCode>
                <c:ptCount val="5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0.28000000000000003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0.56000000000000005</c:v>
                </c:pt>
                <c:pt idx="29">
                  <c:v>0.57999999999999996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  <c:pt idx="51">
                  <c:v>1.02</c:v>
                </c:pt>
                <c:pt idx="52">
                  <c:v>1.04</c:v>
                </c:pt>
                <c:pt idx="53">
                  <c:v>1.06</c:v>
                </c:pt>
                <c:pt idx="54">
                  <c:v>1.08</c:v>
                </c:pt>
                <c:pt idx="55">
                  <c:v>1.1000000000000001</c:v>
                </c:pt>
                <c:pt idx="56">
                  <c:v>1.1200000000000001</c:v>
                </c:pt>
                <c:pt idx="57">
                  <c:v>1.1399999999999999</c:v>
                </c:pt>
                <c:pt idx="58">
                  <c:v>1.1599999999999999</c:v>
                </c:pt>
                <c:pt idx="59">
                  <c:v>1.18</c:v>
                </c:pt>
                <c:pt idx="60">
                  <c:v>1.2</c:v>
                </c:pt>
                <c:pt idx="61">
                  <c:v>1.22</c:v>
                </c:pt>
                <c:pt idx="62">
                  <c:v>1.24</c:v>
                </c:pt>
                <c:pt idx="63">
                  <c:v>1.26</c:v>
                </c:pt>
                <c:pt idx="64">
                  <c:v>1.28</c:v>
                </c:pt>
                <c:pt idx="65">
                  <c:v>1.3</c:v>
                </c:pt>
                <c:pt idx="66">
                  <c:v>1.32</c:v>
                </c:pt>
                <c:pt idx="67">
                  <c:v>1.34</c:v>
                </c:pt>
                <c:pt idx="68">
                  <c:v>1.36</c:v>
                </c:pt>
                <c:pt idx="69">
                  <c:v>1.38</c:v>
                </c:pt>
                <c:pt idx="70">
                  <c:v>1.4</c:v>
                </c:pt>
                <c:pt idx="71">
                  <c:v>1.42</c:v>
                </c:pt>
                <c:pt idx="72">
                  <c:v>1.44</c:v>
                </c:pt>
                <c:pt idx="73">
                  <c:v>1.46</c:v>
                </c:pt>
                <c:pt idx="74">
                  <c:v>1.48</c:v>
                </c:pt>
                <c:pt idx="75">
                  <c:v>1.5</c:v>
                </c:pt>
                <c:pt idx="76">
                  <c:v>1.52</c:v>
                </c:pt>
                <c:pt idx="77">
                  <c:v>1.54</c:v>
                </c:pt>
                <c:pt idx="78">
                  <c:v>1.56</c:v>
                </c:pt>
                <c:pt idx="79">
                  <c:v>1.58</c:v>
                </c:pt>
                <c:pt idx="80">
                  <c:v>1.6</c:v>
                </c:pt>
                <c:pt idx="81">
                  <c:v>1.62</c:v>
                </c:pt>
                <c:pt idx="82">
                  <c:v>1.64</c:v>
                </c:pt>
                <c:pt idx="83">
                  <c:v>1.66</c:v>
                </c:pt>
                <c:pt idx="84">
                  <c:v>1.68</c:v>
                </c:pt>
                <c:pt idx="85">
                  <c:v>1.7</c:v>
                </c:pt>
                <c:pt idx="86">
                  <c:v>1.72</c:v>
                </c:pt>
                <c:pt idx="87">
                  <c:v>1.74</c:v>
                </c:pt>
                <c:pt idx="88">
                  <c:v>1.76</c:v>
                </c:pt>
                <c:pt idx="89">
                  <c:v>1.78</c:v>
                </c:pt>
                <c:pt idx="90">
                  <c:v>1.8</c:v>
                </c:pt>
                <c:pt idx="91">
                  <c:v>1.82</c:v>
                </c:pt>
                <c:pt idx="92">
                  <c:v>1.84</c:v>
                </c:pt>
                <c:pt idx="93">
                  <c:v>1.86</c:v>
                </c:pt>
                <c:pt idx="94">
                  <c:v>1.88</c:v>
                </c:pt>
                <c:pt idx="95">
                  <c:v>1.9</c:v>
                </c:pt>
                <c:pt idx="96">
                  <c:v>1.92</c:v>
                </c:pt>
                <c:pt idx="97">
                  <c:v>1.94</c:v>
                </c:pt>
                <c:pt idx="98">
                  <c:v>1.96</c:v>
                </c:pt>
                <c:pt idx="99">
                  <c:v>1.98</c:v>
                </c:pt>
                <c:pt idx="100">
                  <c:v>2</c:v>
                </c:pt>
                <c:pt idx="101">
                  <c:v>2.02</c:v>
                </c:pt>
                <c:pt idx="102">
                  <c:v>2.04</c:v>
                </c:pt>
                <c:pt idx="103">
                  <c:v>2.06</c:v>
                </c:pt>
                <c:pt idx="104">
                  <c:v>2.08</c:v>
                </c:pt>
                <c:pt idx="105">
                  <c:v>2.1</c:v>
                </c:pt>
                <c:pt idx="106">
                  <c:v>2.12</c:v>
                </c:pt>
                <c:pt idx="107">
                  <c:v>2.14</c:v>
                </c:pt>
                <c:pt idx="108">
                  <c:v>2.16</c:v>
                </c:pt>
                <c:pt idx="109">
                  <c:v>2.1800000000000002</c:v>
                </c:pt>
                <c:pt idx="110">
                  <c:v>2.2000000000000002</c:v>
                </c:pt>
                <c:pt idx="111">
                  <c:v>2.2200000000000002</c:v>
                </c:pt>
                <c:pt idx="112">
                  <c:v>2.2400000000000002</c:v>
                </c:pt>
                <c:pt idx="113">
                  <c:v>2.2599999999999998</c:v>
                </c:pt>
                <c:pt idx="114">
                  <c:v>2.2799999999999998</c:v>
                </c:pt>
                <c:pt idx="115">
                  <c:v>2.2999999999999998</c:v>
                </c:pt>
                <c:pt idx="116">
                  <c:v>2.3199999999999998</c:v>
                </c:pt>
                <c:pt idx="117">
                  <c:v>2.34</c:v>
                </c:pt>
                <c:pt idx="118">
                  <c:v>2.36</c:v>
                </c:pt>
                <c:pt idx="119">
                  <c:v>2.38</c:v>
                </c:pt>
                <c:pt idx="120">
                  <c:v>2.4</c:v>
                </c:pt>
                <c:pt idx="121">
                  <c:v>2.42</c:v>
                </c:pt>
                <c:pt idx="122">
                  <c:v>2.44</c:v>
                </c:pt>
                <c:pt idx="123">
                  <c:v>2.46</c:v>
                </c:pt>
                <c:pt idx="124">
                  <c:v>2.48</c:v>
                </c:pt>
                <c:pt idx="125">
                  <c:v>2.5</c:v>
                </c:pt>
                <c:pt idx="126">
                  <c:v>2.52</c:v>
                </c:pt>
                <c:pt idx="127">
                  <c:v>2.54</c:v>
                </c:pt>
                <c:pt idx="128">
                  <c:v>2.56</c:v>
                </c:pt>
                <c:pt idx="129">
                  <c:v>2.58</c:v>
                </c:pt>
                <c:pt idx="130">
                  <c:v>2.6</c:v>
                </c:pt>
                <c:pt idx="131">
                  <c:v>2.62</c:v>
                </c:pt>
                <c:pt idx="132">
                  <c:v>2.64</c:v>
                </c:pt>
                <c:pt idx="133">
                  <c:v>2.66</c:v>
                </c:pt>
                <c:pt idx="134">
                  <c:v>2.68</c:v>
                </c:pt>
                <c:pt idx="135">
                  <c:v>2.7</c:v>
                </c:pt>
                <c:pt idx="136">
                  <c:v>2.72</c:v>
                </c:pt>
                <c:pt idx="137">
                  <c:v>2.74</c:v>
                </c:pt>
                <c:pt idx="138">
                  <c:v>2.76</c:v>
                </c:pt>
                <c:pt idx="139">
                  <c:v>2.78</c:v>
                </c:pt>
                <c:pt idx="140">
                  <c:v>2.8</c:v>
                </c:pt>
                <c:pt idx="141">
                  <c:v>2.82</c:v>
                </c:pt>
                <c:pt idx="142">
                  <c:v>2.84</c:v>
                </c:pt>
                <c:pt idx="143">
                  <c:v>2.86</c:v>
                </c:pt>
                <c:pt idx="144">
                  <c:v>2.88</c:v>
                </c:pt>
                <c:pt idx="145">
                  <c:v>2.9</c:v>
                </c:pt>
                <c:pt idx="146">
                  <c:v>2.92</c:v>
                </c:pt>
                <c:pt idx="147">
                  <c:v>2.94</c:v>
                </c:pt>
                <c:pt idx="148">
                  <c:v>2.96</c:v>
                </c:pt>
                <c:pt idx="149">
                  <c:v>2.98</c:v>
                </c:pt>
                <c:pt idx="150">
                  <c:v>3</c:v>
                </c:pt>
                <c:pt idx="151">
                  <c:v>3.02</c:v>
                </c:pt>
                <c:pt idx="152">
                  <c:v>3.04</c:v>
                </c:pt>
                <c:pt idx="153">
                  <c:v>3.06</c:v>
                </c:pt>
                <c:pt idx="154">
                  <c:v>3.08</c:v>
                </c:pt>
                <c:pt idx="155">
                  <c:v>3.1</c:v>
                </c:pt>
                <c:pt idx="156">
                  <c:v>3.12</c:v>
                </c:pt>
                <c:pt idx="157">
                  <c:v>3.14</c:v>
                </c:pt>
                <c:pt idx="158">
                  <c:v>3.16</c:v>
                </c:pt>
                <c:pt idx="159">
                  <c:v>3.18</c:v>
                </c:pt>
                <c:pt idx="160">
                  <c:v>3.2</c:v>
                </c:pt>
                <c:pt idx="161">
                  <c:v>3.22</c:v>
                </c:pt>
                <c:pt idx="162">
                  <c:v>3.24</c:v>
                </c:pt>
                <c:pt idx="163">
                  <c:v>3.26</c:v>
                </c:pt>
                <c:pt idx="164">
                  <c:v>3.28</c:v>
                </c:pt>
                <c:pt idx="165">
                  <c:v>3.3</c:v>
                </c:pt>
                <c:pt idx="166">
                  <c:v>3.32</c:v>
                </c:pt>
                <c:pt idx="167">
                  <c:v>3.34</c:v>
                </c:pt>
                <c:pt idx="168">
                  <c:v>3.36</c:v>
                </c:pt>
                <c:pt idx="169">
                  <c:v>3.38</c:v>
                </c:pt>
                <c:pt idx="170">
                  <c:v>3.4</c:v>
                </c:pt>
                <c:pt idx="171">
                  <c:v>3.42</c:v>
                </c:pt>
                <c:pt idx="172">
                  <c:v>3.44</c:v>
                </c:pt>
                <c:pt idx="173">
                  <c:v>3.46</c:v>
                </c:pt>
                <c:pt idx="174">
                  <c:v>3.48</c:v>
                </c:pt>
                <c:pt idx="175">
                  <c:v>3.5</c:v>
                </c:pt>
                <c:pt idx="176">
                  <c:v>3.52</c:v>
                </c:pt>
                <c:pt idx="177">
                  <c:v>3.54</c:v>
                </c:pt>
                <c:pt idx="178">
                  <c:v>3.56</c:v>
                </c:pt>
                <c:pt idx="179">
                  <c:v>3.58</c:v>
                </c:pt>
                <c:pt idx="180">
                  <c:v>3.6</c:v>
                </c:pt>
                <c:pt idx="181">
                  <c:v>3.62</c:v>
                </c:pt>
                <c:pt idx="182">
                  <c:v>3.64</c:v>
                </c:pt>
                <c:pt idx="183">
                  <c:v>3.66</c:v>
                </c:pt>
                <c:pt idx="184">
                  <c:v>3.68</c:v>
                </c:pt>
                <c:pt idx="185">
                  <c:v>3.7</c:v>
                </c:pt>
                <c:pt idx="186">
                  <c:v>3.72</c:v>
                </c:pt>
                <c:pt idx="187">
                  <c:v>3.74</c:v>
                </c:pt>
                <c:pt idx="188">
                  <c:v>3.76</c:v>
                </c:pt>
                <c:pt idx="189">
                  <c:v>3.78</c:v>
                </c:pt>
                <c:pt idx="190">
                  <c:v>3.8</c:v>
                </c:pt>
                <c:pt idx="191">
                  <c:v>3.82</c:v>
                </c:pt>
                <c:pt idx="192">
                  <c:v>3.84</c:v>
                </c:pt>
                <c:pt idx="193">
                  <c:v>3.86</c:v>
                </c:pt>
                <c:pt idx="194">
                  <c:v>3.88</c:v>
                </c:pt>
                <c:pt idx="195">
                  <c:v>3.9</c:v>
                </c:pt>
                <c:pt idx="196">
                  <c:v>3.92</c:v>
                </c:pt>
                <c:pt idx="197">
                  <c:v>3.94</c:v>
                </c:pt>
                <c:pt idx="198">
                  <c:v>3.96</c:v>
                </c:pt>
                <c:pt idx="199">
                  <c:v>3.98</c:v>
                </c:pt>
                <c:pt idx="200">
                  <c:v>4</c:v>
                </c:pt>
                <c:pt idx="201">
                  <c:v>4.0199999999999996</c:v>
                </c:pt>
                <c:pt idx="202">
                  <c:v>4.04</c:v>
                </c:pt>
                <c:pt idx="203">
                  <c:v>4.0599999999999996</c:v>
                </c:pt>
                <c:pt idx="204">
                  <c:v>4.08</c:v>
                </c:pt>
                <c:pt idx="205">
                  <c:v>4.0999999999999996</c:v>
                </c:pt>
                <c:pt idx="206">
                  <c:v>4.12</c:v>
                </c:pt>
                <c:pt idx="207">
                  <c:v>4.1399999999999997</c:v>
                </c:pt>
                <c:pt idx="208">
                  <c:v>4.16</c:v>
                </c:pt>
                <c:pt idx="209">
                  <c:v>4.18</c:v>
                </c:pt>
                <c:pt idx="210">
                  <c:v>4.2</c:v>
                </c:pt>
                <c:pt idx="211">
                  <c:v>4.22</c:v>
                </c:pt>
                <c:pt idx="212">
                  <c:v>4.24</c:v>
                </c:pt>
                <c:pt idx="213">
                  <c:v>4.26</c:v>
                </c:pt>
                <c:pt idx="214">
                  <c:v>4.28</c:v>
                </c:pt>
                <c:pt idx="215">
                  <c:v>4.3</c:v>
                </c:pt>
                <c:pt idx="216">
                  <c:v>4.32</c:v>
                </c:pt>
                <c:pt idx="217">
                  <c:v>4.34</c:v>
                </c:pt>
                <c:pt idx="218">
                  <c:v>4.3600000000000003</c:v>
                </c:pt>
                <c:pt idx="219">
                  <c:v>4.38</c:v>
                </c:pt>
                <c:pt idx="220">
                  <c:v>4.4000000000000004</c:v>
                </c:pt>
                <c:pt idx="221">
                  <c:v>4.42</c:v>
                </c:pt>
                <c:pt idx="222">
                  <c:v>4.4400000000000004</c:v>
                </c:pt>
                <c:pt idx="223">
                  <c:v>4.46</c:v>
                </c:pt>
                <c:pt idx="224">
                  <c:v>4.4800000000000004</c:v>
                </c:pt>
                <c:pt idx="225">
                  <c:v>4.5</c:v>
                </c:pt>
                <c:pt idx="226">
                  <c:v>4.5199999999999996</c:v>
                </c:pt>
                <c:pt idx="227">
                  <c:v>4.54</c:v>
                </c:pt>
                <c:pt idx="228">
                  <c:v>4.5599999999999996</c:v>
                </c:pt>
                <c:pt idx="229">
                  <c:v>4.58</c:v>
                </c:pt>
                <c:pt idx="230">
                  <c:v>4.5999999999999996</c:v>
                </c:pt>
                <c:pt idx="231">
                  <c:v>4.62</c:v>
                </c:pt>
                <c:pt idx="232">
                  <c:v>4.6399999999999997</c:v>
                </c:pt>
                <c:pt idx="233">
                  <c:v>4.66</c:v>
                </c:pt>
                <c:pt idx="234">
                  <c:v>4.68</c:v>
                </c:pt>
                <c:pt idx="235">
                  <c:v>4.7</c:v>
                </c:pt>
                <c:pt idx="236">
                  <c:v>4.72</c:v>
                </c:pt>
                <c:pt idx="237">
                  <c:v>4.74</c:v>
                </c:pt>
                <c:pt idx="238">
                  <c:v>4.76</c:v>
                </c:pt>
                <c:pt idx="239">
                  <c:v>4.78</c:v>
                </c:pt>
                <c:pt idx="240">
                  <c:v>4.8</c:v>
                </c:pt>
                <c:pt idx="241">
                  <c:v>4.82</c:v>
                </c:pt>
                <c:pt idx="242">
                  <c:v>4.84</c:v>
                </c:pt>
                <c:pt idx="243">
                  <c:v>4.8600000000000003</c:v>
                </c:pt>
                <c:pt idx="244">
                  <c:v>4.88</c:v>
                </c:pt>
                <c:pt idx="245">
                  <c:v>4.9000000000000004</c:v>
                </c:pt>
                <c:pt idx="246">
                  <c:v>4.92</c:v>
                </c:pt>
                <c:pt idx="247">
                  <c:v>4.9400000000000004</c:v>
                </c:pt>
                <c:pt idx="248">
                  <c:v>4.96</c:v>
                </c:pt>
                <c:pt idx="249">
                  <c:v>4.9800000000000004</c:v>
                </c:pt>
                <c:pt idx="250">
                  <c:v>5</c:v>
                </c:pt>
                <c:pt idx="251">
                  <c:v>5.0199999999999996</c:v>
                </c:pt>
                <c:pt idx="252">
                  <c:v>5.04</c:v>
                </c:pt>
                <c:pt idx="253">
                  <c:v>5.0599999999999996</c:v>
                </c:pt>
                <c:pt idx="254">
                  <c:v>5.08</c:v>
                </c:pt>
                <c:pt idx="255">
                  <c:v>5.0999999999999996</c:v>
                </c:pt>
                <c:pt idx="256">
                  <c:v>5.12</c:v>
                </c:pt>
                <c:pt idx="257">
                  <c:v>5.14</c:v>
                </c:pt>
                <c:pt idx="258">
                  <c:v>5.16</c:v>
                </c:pt>
                <c:pt idx="259">
                  <c:v>5.18</c:v>
                </c:pt>
                <c:pt idx="260">
                  <c:v>5.2</c:v>
                </c:pt>
                <c:pt idx="261">
                  <c:v>5.22</c:v>
                </c:pt>
                <c:pt idx="262">
                  <c:v>5.24</c:v>
                </c:pt>
                <c:pt idx="263">
                  <c:v>5.26</c:v>
                </c:pt>
                <c:pt idx="264">
                  <c:v>5.28</c:v>
                </c:pt>
                <c:pt idx="265">
                  <c:v>5.3</c:v>
                </c:pt>
                <c:pt idx="266">
                  <c:v>5.32</c:v>
                </c:pt>
                <c:pt idx="267">
                  <c:v>5.34</c:v>
                </c:pt>
                <c:pt idx="268">
                  <c:v>5.36</c:v>
                </c:pt>
                <c:pt idx="269">
                  <c:v>5.38</c:v>
                </c:pt>
                <c:pt idx="270">
                  <c:v>5.4</c:v>
                </c:pt>
                <c:pt idx="271">
                  <c:v>5.42</c:v>
                </c:pt>
                <c:pt idx="272">
                  <c:v>5.44</c:v>
                </c:pt>
                <c:pt idx="273">
                  <c:v>5.46</c:v>
                </c:pt>
                <c:pt idx="274">
                  <c:v>5.48</c:v>
                </c:pt>
                <c:pt idx="275">
                  <c:v>5.5</c:v>
                </c:pt>
                <c:pt idx="276">
                  <c:v>5.52</c:v>
                </c:pt>
                <c:pt idx="277">
                  <c:v>5.54</c:v>
                </c:pt>
                <c:pt idx="278">
                  <c:v>5.56</c:v>
                </c:pt>
                <c:pt idx="279">
                  <c:v>5.58</c:v>
                </c:pt>
                <c:pt idx="280">
                  <c:v>5.6</c:v>
                </c:pt>
                <c:pt idx="281">
                  <c:v>5.62</c:v>
                </c:pt>
                <c:pt idx="282">
                  <c:v>5.64</c:v>
                </c:pt>
                <c:pt idx="283">
                  <c:v>5.66</c:v>
                </c:pt>
                <c:pt idx="284">
                  <c:v>5.68</c:v>
                </c:pt>
                <c:pt idx="285">
                  <c:v>5.7</c:v>
                </c:pt>
                <c:pt idx="286">
                  <c:v>5.72</c:v>
                </c:pt>
                <c:pt idx="287">
                  <c:v>5.74</c:v>
                </c:pt>
                <c:pt idx="288">
                  <c:v>5.76</c:v>
                </c:pt>
                <c:pt idx="289">
                  <c:v>5.78</c:v>
                </c:pt>
                <c:pt idx="290">
                  <c:v>5.8</c:v>
                </c:pt>
                <c:pt idx="291">
                  <c:v>5.82</c:v>
                </c:pt>
                <c:pt idx="292">
                  <c:v>5.84</c:v>
                </c:pt>
                <c:pt idx="293">
                  <c:v>5.86</c:v>
                </c:pt>
                <c:pt idx="294">
                  <c:v>5.88</c:v>
                </c:pt>
                <c:pt idx="295">
                  <c:v>5.9</c:v>
                </c:pt>
                <c:pt idx="296">
                  <c:v>5.92</c:v>
                </c:pt>
                <c:pt idx="297">
                  <c:v>5.94</c:v>
                </c:pt>
                <c:pt idx="298">
                  <c:v>5.96</c:v>
                </c:pt>
                <c:pt idx="299">
                  <c:v>5.98</c:v>
                </c:pt>
                <c:pt idx="300">
                  <c:v>6</c:v>
                </c:pt>
                <c:pt idx="301">
                  <c:v>6.02</c:v>
                </c:pt>
                <c:pt idx="302">
                  <c:v>6.04</c:v>
                </c:pt>
                <c:pt idx="303">
                  <c:v>6.06</c:v>
                </c:pt>
                <c:pt idx="304">
                  <c:v>6.08</c:v>
                </c:pt>
                <c:pt idx="305">
                  <c:v>6.1</c:v>
                </c:pt>
                <c:pt idx="306">
                  <c:v>6.12</c:v>
                </c:pt>
                <c:pt idx="307">
                  <c:v>6.14</c:v>
                </c:pt>
                <c:pt idx="308">
                  <c:v>6.16</c:v>
                </c:pt>
                <c:pt idx="309">
                  <c:v>6.18</c:v>
                </c:pt>
                <c:pt idx="310">
                  <c:v>6.2</c:v>
                </c:pt>
                <c:pt idx="311">
                  <c:v>6.22</c:v>
                </c:pt>
                <c:pt idx="312">
                  <c:v>6.24</c:v>
                </c:pt>
                <c:pt idx="313">
                  <c:v>6.26</c:v>
                </c:pt>
                <c:pt idx="314">
                  <c:v>6.28</c:v>
                </c:pt>
                <c:pt idx="315">
                  <c:v>6.3</c:v>
                </c:pt>
                <c:pt idx="316">
                  <c:v>6.32</c:v>
                </c:pt>
                <c:pt idx="317">
                  <c:v>6.34</c:v>
                </c:pt>
                <c:pt idx="318">
                  <c:v>6.36</c:v>
                </c:pt>
                <c:pt idx="319">
                  <c:v>6.38</c:v>
                </c:pt>
                <c:pt idx="320">
                  <c:v>6.4</c:v>
                </c:pt>
                <c:pt idx="321">
                  <c:v>6.42</c:v>
                </c:pt>
                <c:pt idx="322">
                  <c:v>6.44</c:v>
                </c:pt>
                <c:pt idx="323">
                  <c:v>6.46</c:v>
                </c:pt>
                <c:pt idx="324">
                  <c:v>6.48</c:v>
                </c:pt>
                <c:pt idx="325">
                  <c:v>6.5</c:v>
                </c:pt>
                <c:pt idx="326">
                  <c:v>6.52</c:v>
                </c:pt>
                <c:pt idx="327">
                  <c:v>6.54</c:v>
                </c:pt>
                <c:pt idx="328">
                  <c:v>6.56</c:v>
                </c:pt>
                <c:pt idx="329">
                  <c:v>6.58</c:v>
                </c:pt>
                <c:pt idx="330">
                  <c:v>6.6</c:v>
                </c:pt>
                <c:pt idx="331">
                  <c:v>6.62</c:v>
                </c:pt>
                <c:pt idx="332">
                  <c:v>6.64</c:v>
                </c:pt>
                <c:pt idx="333">
                  <c:v>6.66</c:v>
                </c:pt>
                <c:pt idx="334">
                  <c:v>6.68</c:v>
                </c:pt>
                <c:pt idx="335">
                  <c:v>6.7</c:v>
                </c:pt>
                <c:pt idx="336">
                  <c:v>6.72</c:v>
                </c:pt>
                <c:pt idx="337">
                  <c:v>6.74</c:v>
                </c:pt>
                <c:pt idx="338">
                  <c:v>6.76</c:v>
                </c:pt>
                <c:pt idx="339">
                  <c:v>6.78</c:v>
                </c:pt>
                <c:pt idx="340">
                  <c:v>6.8</c:v>
                </c:pt>
                <c:pt idx="341">
                  <c:v>6.82</c:v>
                </c:pt>
                <c:pt idx="342">
                  <c:v>6.84</c:v>
                </c:pt>
                <c:pt idx="343">
                  <c:v>6.86</c:v>
                </c:pt>
                <c:pt idx="344">
                  <c:v>6.88</c:v>
                </c:pt>
                <c:pt idx="345">
                  <c:v>6.9</c:v>
                </c:pt>
                <c:pt idx="346">
                  <c:v>6.92</c:v>
                </c:pt>
                <c:pt idx="347">
                  <c:v>6.94</c:v>
                </c:pt>
                <c:pt idx="348">
                  <c:v>6.96</c:v>
                </c:pt>
                <c:pt idx="349">
                  <c:v>6.98</c:v>
                </c:pt>
                <c:pt idx="350">
                  <c:v>7</c:v>
                </c:pt>
                <c:pt idx="351">
                  <c:v>7.02</c:v>
                </c:pt>
                <c:pt idx="352">
                  <c:v>7.04</c:v>
                </c:pt>
                <c:pt idx="353">
                  <c:v>7.06</c:v>
                </c:pt>
                <c:pt idx="354">
                  <c:v>7.08</c:v>
                </c:pt>
                <c:pt idx="355">
                  <c:v>7.1</c:v>
                </c:pt>
                <c:pt idx="356">
                  <c:v>7.12</c:v>
                </c:pt>
                <c:pt idx="357">
                  <c:v>7.14</c:v>
                </c:pt>
                <c:pt idx="358">
                  <c:v>7.16</c:v>
                </c:pt>
                <c:pt idx="359">
                  <c:v>7.18</c:v>
                </c:pt>
                <c:pt idx="360">
                  <c:v>7.2</c:v>
                </c:pt>
                <c:pt idx="361">
                  <c:v>7.22</c:v>
                </c:pt>
                <c:pt idx="362">
                  <c:v>7.24</c:v>
                </c:pt>
                <c:pt idx="363">
                  <c:v>7.26</c:v>
                </c:pt>
                <c:pt idx="364">
                  <c:v>7.28</c:v>
                </c:pt>
                <c:pt idx="365">
                  <c:v>7.3</c:v>
                </c:pt>
                <c:pt idx="366">
                  <c:v>7.32</c:v>
                </c:pt>
                <c:pt idx="367">
                  <c:v>7.34</c:v>
                </c:pt>
                <c:pt idx="368">
                  <c:v>7.36</c:v>
                </c:pt>
                <c:pt idx="369">
                  <c:v>7.38</c:v>
                </c:pt>
                <c:pt idx="370">
                  <c:v>7.4</c:v>
                </c:pt>
                <c:pt idx="371">
                  <c:v>7.42</c:v>
                </c:pt>
                <c:pt idx="372">
                  <c:v>7.44</c:v>
                </c:pt>
                <c:pt idx="373">
                  <c:v>7.46</c:v>
                </c:pt>
                <c:pt idx="374">
                  <c:v>7.48</c:v>
                </c:pt>
                <c:pt idx="375">
                  <c:v>7.5</c:v>
                </c:pt>
                <c:pt idx="376">
                  <c:v>7.52</c:v>
                </c:pt>
                <c:pt idx="377">
                  <c:v>7.54</c:v>
                </c:pt>
                <c:pt idx="378">
                  <c:v>7.56</c:v>
                </c:pt>
                <c:pt idx="379">
                  <c:v>7.58</c:v>
                </c:pt>
                <c:pt idx="380">
                  <c:v>7.6</c:v>
                </c:pt>
                <c:pt idx="381">
                  <c:v>7.62</c:v>
                </c:pt>
                <c:pt idx="382">
                  <c:v>7.64</c:v>
                </c:pt>
                <c:pt idx="383">
                  <c:v>7.66</c:v>
                </c:pt>
                <c:pt idx="384">
                  <c:v>7.68</c:v>
                </c:pt>
                <c:pt idx="385">
                  <c:v>7.7</c:v>
                </c:pt>
                <c:pt idx="386">
                  <c:v>7.72</c:v>
                </c:pt>
                <c:pt idx="387">
                  <c:v>7.74</c:v>
                </c:pt>
                <c:pt idx="388">
                  <c:v>7.76</c:v>
                </c:pt>
                <c:pt idx="389">
                  <c:v>7.78</c:v>
                </c:pt>
                <c:pt idx="390">
                  <c:v>7.8</c:v>
                </c:pt>
                <c:pt idx="391">
                  <c:v>7.82</c:v>
                </c:pt>
                <c:pt idx="392">
                  <c:v>7.84</c:v>
                </c:pt>
                <c:pt idx="393">
                  <c:v>7.86</c:v>
                </c:pt>
                <c:pt idx="394">
                  <c:v>7.88</c:v>
                </c:pt>
                <c:pt idx="395">
                  <c:v>7.9</c:v>
                </c:pt>
                <c:pt idx="396">
                  <c:v>7.92</c:v>
                </c:pt>
                <c:pt idx="397">
                  <c:v>7.94</c:v>
                </c:pt>
                <c:pt idx="398">
                  <c:v>7.96</c:v>
                </c:pt>
                <c:pt idx="399">
                  <c:v>7.98</c:v>
                </c:pt>
                <c:pt idx="400">
                  <c:v>8</c:v>
                </c:pt>
                <c:pt idx="401">
                  <c:v>8.02</c:v>
                </c:pt>
                <c:pt idx="402">
                  <c:v>8.0399999999999991</c:v>
                </c:pt>
                <c:pt idx="403">
                  <c:v>8.06</c:v>
                </c:pt>
                <c:pt idx="404">
                  <c:v>8.08</c:v>
                </c:pt>
                <c:pt idx="405">
                  <c:v>8.1</c:v>
                </c:pt>
                <c:pt idx="406">
                  <c:v>8.1199999999999992</c:v>
                </c:pt>
                <c:pt idx="407">
                  <c:v>8.14</c:v>
                </c:pt>
                <c:pt idx="408">
                  <c:v>8.16</c:v>
                </c:pt>
                <c:pt idx="409">
                  <c:v>8.18</c:v>
                </c:pt>
                <c:pt idx="410">
                  <c:v>8.1999999999999993</c:v>
                </c:pt>
                <c:pt idx="411">
                  <c:v>8.2200000000000006</c:v>
                </c:pt>
                <c:pt idx="412">
                  <c:v>8.24</c:v>
                </c:pt>
                <c:pt idx="413">
                  <c:v>8.26</c:v>
                </c:pt>
                <c:pt idx="414">
                  <c:v>8.2799999999999994</c:v>
                </c:pt>
                <c:pt idx="415">
                  <c:v>8.3000000000000007</c:v>
                </c:pt>
                <c:pt idx="416">
                  <c:v>8.32</c:v>
                </c:pt>
                <c:pt idx="417">
                  <c:v>8.34</c:v>
                </c:pt>
                <c:pt idx="418">
                  <c:v>8.36</c:v>
                </c:pt>
                <c:pt idx="419">
                  <c:v>8.3800000000000008</c:v>
                </c:pt>
                <c:pt idx="420">
                  <c:v>8.4</c:v>
                </c:pt>
                <c:pt idx="421">
                  <c:v>8.42</c:v>
                </c:pt>
                <c:pt idx="422">
                  <c:v>8.44</c:v>
                </c:pt>
                <c:pt idx="423">
                  <c:v>8.4600000000000009</c:v>
                </c:pt>
                <c:pt idx="424">
                  <c:v>8.48</c:v>
                </c:pt>
                <c:pt idx="425">
                  <c:v>8.5</c:v>
                </c:pt>
                <c:pt idx="426">
                  <c:v>8.52</c:v>
                </c:pt>
                <c:pt idx="427">
                  <c:v>8.5399999999999991</c:v>
                </c:pt>
                <c:pt idx="428">
                  <c:v>8.56</c:v>
                </c:pt>
                <c:pt idx="429">
                  <c:v>8.58</c:v>
                </c:pt>
                <c:pt idx="430">
                  <c:v>8.6</c:v>
                </c:pt>
                <c:pt idx="431">
                  <c:v>8.6199999999999992</c:v>
                </c:pt>
                <c:pt idx="432">
                  <c:v>8.64</c:v>
                </c:pt>
                <c:pt idx="433">
                  <c:v>8.66</c:v>
                </c:pt>
                <c:pt idx="434">
                  <c:v>8.68</c:v>
                </c:pt>
                <c:pt idx="435">
                  <c:v>8.6999999999999993</c:v>
                </c:pt>
                <c:pt idx="436">
                  <c:v>8.7200000000000006</c:v>
                </c:pt>
                <c:pt idx="437">
                  <c:v>8.74</c:v>
                </c:pt>
                <c:pt idx="438">
                  <c:v>8.76</c:v>
                </c:pt>
                <c:pt idx="439">
                  <c:v>8.7799999999999994</c:v>
                </c:pt>
                <c:pt idx="440">
                  <c:v>8.8000000000000007</c:v>
                </c:pt>
                <c:pt idx="441">
                  <c:v>8.82</c:v>
                </c:pt>
                <c:pt idx="442">
                  <c:v>8.84</c:v>
                </c:pt>
                <c:pt idx="443">
                  <c:v>8.86</c:v>
                </c:pt>
                <c:pt idx="444">
                  <c:v>8.8800000000000008</c:v>
                </c:pt>
                <c:pt idx="445">
                  <c:v>8.9</c:v>
                </c:pt>
                <c:pt idx="446">
                  <c:v>8.92</c:v>
                </c:pt>
                <c:pt idx="447">
                  <c:v>8.94</c:v>
                </c:pt>
                <c:pt idx="448">
                  <c:v>8.9600000000000009</c:v>
                </c:pt>
                <c:pt idx="449">
                  <c:v>8.98</c:v>
                </c:pt>
                <c:pt idx="450">
                  <c:v>9</c:v>
                </c:pt>
                <c:pt idx="451">
                  <c:v>9.02</c:v>
                </c:pt>
                <c:pt idx="452">
                  <c:v>9.0399999999999991</c:v>
                </c:pt>
                <c:pt idx="453">
                  <c:v>9.06</c:v>
                </c:pt>
                <c:pt idx="454">
                  <c:v>9.08</c:v>
                </c:pt>
                <c:pt idx="455">
                  <c:v>9.1</c:v>
                </c:pt>
                <c:pt idx="456">
                  <c:v>9.1199999999999992</c:v>
                </c:pt>
                <c:pt idx="457">
                  <c:v>9.14</c:v>
                </c:pt>
                <c:pt idx="458">
                  <c:v>9.16</c:v>
                </c:pt>
                <c:pt idx="459">
                  <c:v>9.18</c:v>
                </c:pt>
                <c:pt idx="460">
                  <c:v>9.1999999999999993</c:v>
                </c:pt>
                <c:pt idx="461">
                  <c:v>9.2200000000000006</c:v>
                </c:pt>
                <c:pt idx="462">
                  <c:v>9.24</c:v>
                </c:pt>
                <c:pt idx="463">
                  <c:v>9.26</c:v>
                </c:pt>
                <c:pt idx="464">
                  <c:v>9.2799999999999994</c:v>
                </c:pt>
                <c:pt idx="465">
                  <c:v>9.3000000000000007</c:v>
                </c:pt>
                <c:pt idx="466">
                  <c:v>9.32</c:v>
                </c:pt>
                <c:pt idx="467">
                  <c:v>9.34</c:v>
                </c:pt>
                <c:pt idx="468">
                  <c:v>9.36</c:v>
                </c:pt>
                <c:pt idx="469">
                  <c:v>9.3800000000000008</c:v>
                </c:pt>
                <c:pt idx="470">
                  <c:v>9.4</c:v>
                </c:pt>
                <c:pt idx="471">
                  <c:v>9.42</c:v>
                </c:pt>
                <c:pt idx="472">
                  <c:v>9.44</c:v>
                </c:pt>
                <c:pt idx="473">
                  <c:v>9.4600000000000009</c:v>
                </c:pt>
                <c:pt idx="474">
                  <c:v>9.48</c:v>
                </c:pt>
                <c:pt idx="475">
                  <c:v>9.5</c:v>
                </c:pt>
                <c:pt idx="476">
                  <c:v>9.52</c:v>
                </c:pt>
                <c:pt idx="477">
                  <c:v>9.5399999999999991</c:v>
                </c:pt>
                <c:pt idx="478">
                  <c:v>9.56</c:v>
                </c:pt>
                <c:pt idx="479">
                  <c:v>9.58</c:v>
                </c:pt>
                <c:pt idx="480">
                  <c:v>9.6</c:v>
                </c:pt>
                <c:pt idx="481">
                  <c:v>9.6199999999999992</c:v>
                </c:pt>
                <c:pt idx="482">
                  <c:v>9.64</c:v>
                </c:pt>
                <c:pt idx="483">
                  <c:v>9.66</c:v>
                </c:pt>
                <c:pt idx="484">
                  <c:v>9.68</c:v>
                </c:pt>
                <c:pt idx="485">
                  <c:v>9.6999999999999993</c:v>
                </c:pt>
                <c:pt idx="486">
                  <c:v>9.7200000000000006</c:v>
                </c:pt>
                <c:pt idx="487">
                  <c:v>9.74</c:v>
                </c:pt>
                <c:pt idx="488">
                  <c:v>9.76</c:v>
                </c:pt>
                <c:pt idx="489">
                  <c:v>9.7799999999999994</c:v>
                </c:pt>
                <c:pt idx="490">
                  <c:v>9.8000000000000007</c:v>
                </c:pt>
                <c:pt idx="491">
                  <c:v>9.82</c:v>
                </c:pt>
                <c:pt idx="492">
                  <c:v>9.84</c:v>
                </c:pt>
                <c:pt idx="493">
                  <c:v>9.86</c:v>
                </c:pt>
                <c:pt idx="494">
                  <c:v>9.8800000000000008</c:v>
                </c:pt>
                <c:pt idx="495">
                  <c:v>9.9</c:v>
                </c:pt>
                <c:pt idx="496">
                  <c:v>9.92</c:v>
                </c:pt>
                <c:pt idx="497">
                  <c:v>9.94</c:v>
                </c:pt>
                <c:pt idx="498">
                  <c:v>9.9600000000000009</c:v>
                </c:pt>
                <c:pt idx="499">
                  <c:v>9.98</c:v>
                </c:pt>
                <c:pt idx="500">
                  <c:v>10</c:v>
                </c:pt>
              </c:numCache>
            </c:numRef>
          </c:xVal>
          <c:yVal>
            <c:numRef>
              <c:f>Sheet1!$E$2:$E$502</c:f>
              <c:numCache>
                <c:formatCode>General</c:formatCode>
                <c:ptCount val="5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1E-4</c:v>
                </c:pt>
                <c:pt idx="4">
                  <c:v>1E-4</c:v>
                </c:pt>
                <c:pt idx="5">
                  <c:v>1E-4</c:v>
                </c:pt>
                <c:pt idx="6">
                  <c:v>1E-4</c:v>
                </c:pt>
                <c:pt idx="7">
                  <c:v>1E-4</c:v>
                </c:pt>
                <c:pt idx="8">
                  <c:v>1E-4</c:v>
                </c:pt>
                <c:pt idx="9">
                  <c:v>1E-4</c:v>
                </c:pt>
                <c:pt idx="10">
                  <c:v>1E-4</c:v>
                </c:pt>
                <c:pt idx="11">
                  <c:v>2.0000000000000001E-4</c:v>
                </c:pt>
                <c:pt idx="12">
                  <c:v>2.0000000000000001E-4</c:v>
                </c:pt>
                <c:pt idx="13">
                  <c:v>2.0000000000000001E-4</c:v>
                </c:pt>
                <c:pt idx="14">
                  <c:v>2.0000000000000001E-4</c:v>
                </c:pt>
                <c:pt idx="15">
                  <c:v>2.9999999999999997E-4</c:v>
                </c:pt>
                <c:pt idx="16">
                  <c:v>2.9999999999999997E-4</c:v>
                </c:pt>
                <c:pt idx="17">
                  <c:v>2.9999999999999997E-4</c:v>
                </c:pt>
                <c:pt idx="18">
                  <c:v>4.0000000000000002E-4</c:v>
                </c:pt>
                <c:pt idx="19">
                  <c:v>4.0000000000000002E-4</c:v>
                </c:pt>
                <c:pt idx="20">
                  <c:v>5.0000000000000001E-4</c:v>
                </c:pt>
                <c:pt idx="21">
                  <c:v>5.0000000000000001E-4</c:v>
                </c:pt>
                <c:pt idx="22">
                  <c:v>5.9999999999999995E-4</c:v>
                </c:pt>
                <c:pt idx="23">
                  <c:v>6.9999999999999999E-4</c:v>
                </c:pt>
                <c:pt idx="24">
                  <c:v>8.0000000000000004E-4</c:v>
                </c:pt>
                <c:pt idx="25">
                  <c:v>8.9999999999999998E-4</c:v>
                </c:pt>
                <c:pt idx="26">
                  <c:v>1E-3</c:v>
                </c:pt>
                <c:pt idx="27">
                  <c:v>1.1000000000000001E-3</c:v>
                </c:pt>
                <c:pt idx="28">
                  <c:v>1.1999999999999999E-3</c:v>
                </c:pt>
                <c:pt idx="29">
                  <c:v>1.2999999999999999E-3</c:v>
                </c:pt>
                <c:pt idx="30">
                  <c:v>1.5E-3</c:v>
                </c:pt>
                <c:pt idx="31">
                  <c:v>1.6999999999999999E-3</c:v>
                </c:pt>
                <c:pt idx="32">
                  <c:v>1.9E-3</c:v>
                </c:pt>
                <c:pt idx="33">
                  <c:v>2.0999999999999999E-3</c:v>
                </c:pt>
                <c:pt idx="34">
                  <c:v>2.3E-3</c:v>
                </c:pt>
                <c:pt idx="35">
                  <c:v>2.5999999999999999E-3</c:v>
                </c:pt>
                <c:pt idx="36">
                  <c:v>2.8999999999999998E-3</c:v>
                </c:pt>
                <c:pt idx="37">
                  <c:v>3.2000000000000002E-3</c:v>
                </c:pt>
                <c:pt idx="38">
                  <c:v>3.5000000000000001E-3</c:v>
                </c:pt>
                <c:pt idx="39">
                  <c:v>3.8999999999999998E-3</c:v>
                </c:pt>
                <c:pt idx="40">
                  <c:v>4.3E-3</c:v>
                </c:pt>
                <c:pt idx="41">
                  <c:v>4.7999999999999996E-3</c:v>
                </c:pt>
                <c:pt idx="42">
                  <c:v>5.3E-3</c:v>
                </c:pt>
                <c:pt idx="43">
                  <c:v>5.8999999999999999E-3</c:v>
                </c:pt>
                <c:pt idx="44">
                  <c:v>6.4999999999999997E-3</c:v>
                </c:pt>
                <c:pt idx="45">
                  <c:v>7.1000000000000004E-3</c:v>
                </c:pt>
                <c:pt idx="46">
                  <c:v>7.9000000000000008E-3</c:v>
                </c:pt>
                <c:pt idx="47">
                  <c:v>8.6999999999999994E-3</c:v>
                </c:pt>
                <c:pt idx="48">
                  <c:v>9.4999999999999998E-3</c:v>
                </c:pt>
                <c:pt idx="49">
                  <c:v>1.0500000000000001E-2</c:v>
                </c:pt>
                <c:pt idx="50">
                  <c:v>1.15E-2</c:v>
                </c:pt>
                <c:pt idx="51">
                  <c:v>1.2699999999999999E-2</c:v>
                </c:pt>
                <c:pt idx="52">
                  <c:v>1.3899999999999999E-2</c:v>
                </c:pt>
                <c:pt idx="53">
                  <c:v>1.52E-2</c:v>
                </c:pt>
                <c:pt idx="54">
                  <c:v>1.67E-2</c:v>
                </c:pt>
                <c:pt idx="55">
                  <c:v>1.83E-2</c:v>
                </c:pt>
                <c:pt idx="56">
                  <c:v>0.02</c:v>
                </c:pt>
                <c:pt idx="57">
                  <c:v>2.18E-2</c:v>
                </c:pt>
                <c:pt idx="58">
                  <c:v>2.3800000000000002E-2</c:v>
                </c:pt>
                <c:pt idx="59">
                  <c:v>2.5999999999999999E-2</c:v>
                </c:pt>
                <c:pt idx="60">
                  <c:v>2.8299999999999999E-2</c:v>
                </c:pt>
                <c:pt idx="61">
                  <c:v>3.09E-2</c:v>
                </c:pt>
                <c:pt idx="62">
                  <c:v>3.3599999999999998E-2</c:v>
                </c:pt>
                <c:pt idx="63">
                  <c:v>3.6499999999999998E-2</c:v>
                </c:pt>
                <c:pt idx="64">
                  <c:v>3.9699999999999999E-2</c:v>
                </c:pt>
                <c:pt idx="65">
                  <c:v>4.2999999999999997E-2</c:v>
                </c:pt>
                <c:pt idx="66">
                  <c:v>4.6699999999999998E-2</c:v>
                </c:pt>
                <c:pt idx="67">
                  <c:v>5.0599999999999999E-2</c:v>
                </c:pt>
                <c:pt idx="68">
                  <c:v>5.4800000000000001E-2</c:v>
                </c:pt>
                <c:pt idx="69">
                  <c:v>5.9299999999999999E-2</c:v>
                </c:pt>
                <c:pt idx="70">
                  <c:v>6.4100000000000004E-2</c:v>
                </c:pt>
                <c:pt idx="71">
                  <c:v>6.9199999999999998E-2</c:v>
                </c:pt>
                <c:pt idx="72">
                  <c:v>7.4700000000000003E-2</c:v>
                </c:pt>
                <c:pt idx="73">
                  <c:v>8.0600000000000005E-2</c:v>
                </c:pt>
                <c:pt idx="74">
                  <c:v>8.6800000000000002E-2</c:v>
                </c:pt>
                <c:pt idx="75">
                  <c:v>9.35E-2</c:v>
                </c:pt>
                <c:pt idx="76">
                  <c:v>0.10059999999999999</c:v>
                </c:pt>
                <c:pt idx="77">
                  <c:v>0.1081</c:v>
                </c:pt>
                <c:pt idx="78">
                  <c:v>0.11609999999999999</c:v>
                </c:pt>
                <c:pt idx="79">
                  <c:v>0.1246</c:v>
                </c:pt>
                <c:pt idx="80">
                  <c:v>0.1336</c:v>
                </c:pt>
                <c:pt idx="81">
                  <c:v>0.1431</c:v>
                </c:pt>
                <c:pt idx="82">
                  <c:v>0.1532</c:v>
                </c:pt>
                <c:pt idx="83">
                  <c:v>0.16389999999999999</c:v>
                </c:pt>
                <c:pt idx="84">
                  <c:v>0.17519999999999999</c:v>
                </c:pt>
                <c:pt idx="85">
                  <c:v>0.18709999999999999</c:v>
                </c:pt>
                <c:pt idx="86">
                  <c:v>0.1996</c:v>
                </c:pt>
                <c:pt idx="87">
                  <c:v>0.21279999999999999</c:v>
                </c:pt>
                <c:pt idx="88">
                  <c:v>0.2268</c:v>
                </c:pt>
                <c:pt idx="89">
                  <c:v>0.2414</c:v>
                </c:pt>
                <c:pt idx="90">
                  <c:v>0.25669999999999998</c:v>
                </c:pt>
                <c:pt idx="91">
                  <c:v>0.27279999999999999</c:v>
                </c:pt>
                <c:pt idx="92">
                  <c:v>0.28970000000000001</c:v>
                </c:pt>
                <c:pt idx="93">
                  <c:v>0.30730000000000002</c:v>
                </c:pt>
                <c:pt idx="94">
                  <c:v>0.32579999999999998</c:v>
                </c:pt>
                <c:pt idx="95">
                  <c:v>0.34510000000000002</c:v>
                </c:pt>
                <c:pt idx="96">
                  <c:v>0.36530000000000001</c:v>
                </c:pt>
                <c:pt idx="97">
                  <c:v>0.38629999999999998</c:v>
                </c:pt>
                <c:pt idx="98">
                  <c:v>0.40810000000000002</c:v>
                </c:pt>
                <c:pt idx="99">
                  <c:v>0.43090000000000001</c:v>
                </c:pt>
                <c:pt idx="100">
                  <c:v>0.4546</c:v>
                </c:pt>
                <c:pt idx="101">
                  <c:v>0.47910000000000003</c:v>
                </c:pt>
                <c:pt idx="102">
                  <c:v>0.50460000000000005</c:v>
                </c:pt>
                <c:pt idx="103">
                  <c:v>0.53110000000000002</c:v>
                </c:pt>
                <c:pt idx="104">
                  <c:v>0.55840000000000001</c:v>
                </c:pt>
                <c:pt idx="105">
                  <c:v>0.5867</c:v>
                </c:pt>
                <c:pt idx="106">
                  <c:v>0.6159</c:v>
                </c:pt>
                <c:pt idx="107">
                  <c:v>0.64600000000000002</c:v>
                </c:pt>
                <c:pt idx="108">
                  <c:v>0.67700000000000005</c:v>
                </c:pt>
                <c:pt idx="109">
                  <c:v>0.70899999999999996</c:v>
                </c:pt>
                <c:pt idx="110">
                  <c:v>0.7419</c:v>
                </c:pt>
                <c:pt idx="111">
                  <c:v>0.77559999999999996</c:v>
                </c:pt>
                <c:pt idx="112">
                  <c:v>0.81020000000000003</c:v>
                </c:pt>
                <c:pt idx="113">
                  <c:v>0.84570000000000001</c:v>
                </c:pt>
                <c:pt idx="114">
                  <c:v>0.88200000000000001</c:v>
                </c:pt>
                <c:pt idx="115">
                  <c:v>0.91910000000000003</c:v>
                </c:pt>
                <c:pt idx="116">
                  <c:v>0.95699999999999996</c:v>
                </c:pt>
                <c:pt idx="117">
                  <c:v>0.99570000000000003</c:v>
                </c:pt>
                <c:pt idx="118">
                  <c:v>1.0350999999999999</c:v>
                </c:pt>
                <c:pt idx="119">
                  <c:v>1.0750999999999999</c:v>
                </c:pt>
                <c:pt idx="120">
                  <c:v>1.1157999999999999</c:v>
                </c:pt>
                <c:pt idx="121">
                  <c:v>1.1571</c:v>
                </c:pt>
                <c:pt idx="122">
                  <c:v>1.1989000000000001</c:v>
                </c:pt>
                <c:pt idx="123">
                  <c:v>1.2412000000000001</c:v>
                </c:pt>
                <c:pt idx="124">
                  <c:v>1.284</c:v>
                </c:pt>
                <c:pt idx="125">
                  <c:v>1.3270999999999999</c:v>
                </c:pt>
                <c:pt idx="126">
                  <c:v>1.3706</c:v>
                </c:pt>
                <c:pt idx="127">
                  <c:v>1.4144000000000001</c:v>
                </c:pt>
                <c:pt idx="220">
                  <c:v>0.7419</c:v>
                </c:pt>
                <c:pt idx="221">
                  <c:v>0.70899999999999996</c:v>
                </c:pt>
                <c:pt idx="222">
                  <c:v>0.67700000000000005</c:v>
                </c:pt>
                <c:pt idx="223">
                  <c:v>0.64600000000000002</c:v>
                </c:pt>
                <c:pt idx="224">
                  <c:v>0.6159</c:v>
                </c:pt>
                <c:pt idx="225">
                  <c:v>0.5867</c:v>
                </c:pt>
                <c:pt idx="226">
                  <c:v>0.55840000000000001</c:v>
                </c:pt>
                <c:pt idx="227">
                  <c:v>0.53110000000000002</c:v>
                </c:pt>
                <c:pt idx="228">
                  <c:v>0.50460000000000005</c:v>
                </c:pt>
                <c:pt idx="229">
                  <c:v>0.47910000000000003</c:v>
                </c:pt>
                <c:pt idx="230">
                  <c:v>0.4546</c:v>
                </c:pt>
                <c:pt idx="231">
                  <c:v>0.43090000000000001</c:v>
                </c:pt>
                <c:pt idx="232">
                  <c:v>0.40810000000000002</c:v>
                </c:pt>
                <c:pt idx="233">
                  <c:v>0.38629999999999998</c:v>
                </c:pt>
                <c:pt idx="234">
                  <c:v>0.36530000000000001</c:v>
                </c:pt>
                <c:pt idx="235">
                  <c:v>0.34510000000000002</c:v>
                </c:pt>
                <c:pt idx="236">
                  <c:v>0.32579999999999998</c:v>
                </c:pt>
                <c:pt idx="237">
                  <c:v>0.30730000000000002</c:v>
                </c:pt>
                <c:pt idx="238">
                  <c:v>0.28970000000000001</c:v>
                </c:pt>
                <c:pt idx="239">
                  <c:v>0.27279999999999999</c:v>
                </c:pt>
                <c:pt idx="240">
                  <c:v>0.25669999999999998</c:v>
                </c:pt>
                <c:pt idx="241">
                  <c:v>0.2414</c:v>
                </c:pt>
                <c:pt idx="242">
                  <c:v>0.2268</c:v>
                </c:pt>
                <c:pt idx="243">
                  <c:v>0.21279999999999999</c:v>
                </c:pt>
                <c:pt idx="244">
                  <c:v>0.1996</c:v>
                </c:pt>
                <c:pt idx="245">
                  <c:v>0.18709999999999999</c:v>
                </c:pt>
                <c:pt idx="246">
                  <c:v>0.17519999999999999</c:v>
                </c:pt>
                <c:pt idx="247">
                  <c:v>0.16389999999999999</c:v>
                </c:pt>
                <c:pt idx="248">
                  <c:v>0.1532</c:v>
                </c:pt>
                <c:pt idx="249">
                  <c:v>0.1431</c:v>
                </c:pt>
                <c:pt idx="250">
                  <c:v>0.1336</c:v>
                </c:pt>
                <c:pt idx="251">
                  <c:v>0.1246</c:v>
                </c:pt>
                <c:pt idx="252">
                  <c:v>0.11609999999999999</c:v>
                </c:pt>
                <c:pt idx="253">
                  <c:v>0.1081</c:v>
                </c:pt>
                <c:pt idx="254">
                  <c:v>0.10059999999999999</c:v>
                </c:pt>
                <c:pt idx="255">
                  <c:v>9.35E-2</c:v>
                </c:pt>
                <c:pt idx="256">
                  <c:v>8.6800000000000002E-2</c:v>
                </c:pt>
                <c:pt idx="257">
                  <c:v>8.0600000000000005E-2</c:v>
                </c:pt>
                <c:pt idx="258">
                  <c:v>7.4700000000000003E-2</c:v>
                </c:pt>
                <c:pt idx="259">
                  <c:v>6.9199999999999998E-2</c:v>
                </c:pt>
                <c:pt idx="260">
                  <c:v>6.4100000000000004E-2</c:v>
                </c:pt>
                <c:pt idx="261">
                  <c:v>5.9299999999999999E-2</c:v>
                </c:pt>
                <c:pt idx="262">
                  <c:v>5.4800000000000001E-2</c:v>
                </c:pt>
                <c:pt idx="263">
                  <c:v>5.0599999999999999E-2</c:v>
                </c:pt>
                <c:pt idx="264">
                  <c:v>4.6699999999999998E-2</c:v>
                </c:pt>
                <c:pt idx="265">
                  <c:v>4.2999999999999997E-2</c:v>
                </c:pt>
                <c:pt idx="266">
                  <c:v>3.9699999999999999E-2</c:v>
                </c:pt>
                <c:pt idx="267">
                  <c:v>3.6499999999999998E-2</c:v>
                </c:pt>
                <c:pt idx="268">
                  <c:v>3.3599999999999998E-2</c:v>
                </c:pt>
                <c:pt idx="269">
                  <c:v>3.09E-2</c:v>
                </c:pt>
                <c:pt idx="270">
                  <c:v>2.8299999999999999E-2</c:v>
                </c:pt>
                <c:pt idx="271">
                  <c:v>2.5999999999999999E-2</c:v>
                </c:pt>
                <c:pt idx="272">
                  <c:v>2.3800000000000002E-2</c:v>
                </c:pt>
                <c:pt idx="273">
                  <c:v>2.18E-2</c:v>
                </c:pt>
                <c:pt idx="274">
                  <c:v>0.02</c:v>
                </c:pt>
                <c:pt idx="275">
                  <c:v>1.83E-2</c:v>
                </c:pt>
                <c:pt idx="276">
                  <c:v>1.67E-2</c:v>
                </c:pt>
                <c:pt idx="277">
                  <c:v>1.52E-2</c:v>
                </c:pt>
                <c:pt idx="278">
                  <c:v>1.3899999999999999E-2</c:v>
                </c:pt>
                <c:pt idx="279">
                  <c:v>1.2699999999999999E-2</c:v>
                </c:pt>
                <c:pt idx="280">
                  <c:v>1.15E-2</c:v>
                </c:pt>
                <c:pt idx="281">
                  <c:v>1.0500000000000001E-2</c:v>
                </c:pt>
                <c:pt idx="282">
                  <c:v>9.4999999999999998E-3</c:v>
                </c:pt>
                <c:pt idx="283">
                  <c:v>8.6999999999999994E-3</c:v>
                </c:pt>
                <c:pt idx="284">
                  <c:v>7.9000000000000008E-3</c:v>
                </c:pt>
                <c:pt idx="285">
                  <c:v>7.1000000000000004E-3</c:v>
                </c:pt>
                <c:pt idx="286">
                  <c:v>6.4999999999999997E-3</c:v>
                </c:pt>
                <c:pt idx="287">
                  <c:v>5.8999999999999999E-3</c:v>
                </c:pt>
                <c:pt idx="288">
                  <c:v>5.3E-3</c:v>
                </c:pt>
                <c:pt idx="289">
                  <c:v>4.7999999999999996E-3</c:v>
                </c:pt>
                <c:pt idx="290">
                  <c:v>4.3E-3</c:v>
                </c:pt>
                <c:pt idx="291">
                  <c:v>3.8999999999999998E-3</c:v>
                </c:pt>
                <c:pt idx="292">
                  <c:v>3.5000000000000001E-3</c:v>
                </c:pt>
                <c:pt idx="293">
                  <c:v>3.2000000000000002E-3</c:v>
                </c:pt>
                <c:pt idx="294">
                  <c:v>2.8999999999999998E-3</c:v>
                </c:pt>
                <c:pt idx="295">
                  <c:v>2.5999999999999999E-3</c:v>
                </c:pt>
                <c:pt idx="296">
                  <c:v>2.3E-3</c:v>
                </c:pt>
                <c:pt idx="297">
                  <c:v>2.0999999999999999E-3</c:v>
                </c:pt>
                <c:pt idx="298">
                  <c:v>1.9E-3</c:v>
                </c:pt>
                <c:pt idx="299">
                  <c:v>1.6999999999999999E-3</c:v>
                </c:pt>
                <c:pt idx="300">
                  <c:v>1.5E-3</c:v>
                </c:pt>
                <c:pt idx="301">
                  <c:v>1.2999999999999999E-3</c:v>
                </c:pt>
                <c:pt idx="302">
                  <c:v>1.1999999999999999E-3</c:v>
                </c:pt>
                <c:pt idx="303">
                  <c:v>1.1000000000000001E-3</c:v>
                </c:pt>
                <c:pt idx="304">
                  <c:v>1E-3</c:v>
                </c:pt>
                <c:pt idx="305">
                  <c:v>8.9999999999999998E-4</c:v>
                </c:pt>
                <c:pt idx="306">
                  <c:v>8.0000000000000004E-4</c:v>
                </c:pt>
                <c:pt idx="307">
                  <c:v>6.9999999999999999E-4</c:v>
                </c:pt>
                <c:pt idx="308">
                  <c:v>5.9999999999999995E-4</c:v>
                </c:pt>
                <c:pt idx="309">
                  <c:v>5.0000000000000001E-4</c:v>
                </c:pt>
                <c:pt idx="310">
                  <c:v>5.0000000000000001E-4</c:v>
                </c:pt>
                <c:pt idx="311">
                  <c:v>4.0000000000000002E-4</c:v>
                </c:pt>
                <c:pt idx="312">
                  <c:v>4.0000000000000002E-4</c:v>
                </c:pt>
                <c:pt idx="313">
                  <c:v>2.9999999999999997E-4</c:v>
                </c:pt>
                <c:pt idx="314">
                  <c:v>2.9999999999999997E-4</c:v>
                </c:pt>
                <c:pt idx="315">
                  <c:v>2.9999999999999997E-4</c:v>
                </c:pt>
                <c:pt idx="316">
                  <c:v>2.0000000000000001E-4</c:v>
                </c:pt>
                <c:pt idx="317">
                  <c:v>2.0000000000000001E-4</c:v>
                </c:pt>
                <c:pt idx="318">
                  <c:v>2.0000000000000001E-4</c:v>
                </c:pt>
                <c:pt idx="319">
                  <c:v>2.0000000000000001E-4</c:v>
                </c:pt>
                <c:pt idx="320">
                  <c:v>1E-4</c:v>
                </c:pt>
                <c:pt idx="321">
                  <c:v>1E-4</c:v>
                </c:pt>
                <c:pt idx="322">
                  <c:v>1E-4</c:v>
                </c:pt>
                <c:pt idx="323">
                  <c:v>1E-4</c:v>
                </c:pt>
                <c:pt idx="324">
                  <c:v>1E-4</c:v>
                </c:pt>
                <c:pt idx="325">
                  <c:v>1E-4</c:v>
                </c:pt>
                <c:pt idx="326">
                  <c:v>1E-4</c:v>
                </c:pt>
                <c:pt idx="327">
                  <c:v>1E-4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FE9-4B1D-A75B-D76056044CA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tempête 5</c:v>
                </c:pt>
              </c:strCache>
            </c:strRef>
          </c:tx>
          <c:spPr>
            <a:ln w="19050" cap="flat">
              <a:solidFill>
                <a:srgbClr val="A9C6E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Sheet1!$A$2:$A$502</c:f>
              <c:numCache>
                <c:formatCode>General</c:formatCode>
                <c:ptCount val="5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0.28000000000000003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0.56000000000000005</c:v>
                </c:pt>
                <c:pt idx="29">
                  <c:v>0.57999999999999996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  <c:pt idx="51">
                  <c:v>1.02</c:v>
                </c:pt>
                <c:pt idx="52">
                  <c:v>1.04</c:v>
                </c:pt>
                <c:pt idx="53">
                  <c:v>1.06</c:v>
                </c:pt>
                <c:pt idx="54">
                  <c:v>1.08</c:v>
                </c:pt>
                <c:pt idx="55">
                  <c:v>1.1000000000000001</c:v>
                </c:pt>
                <c:pt idx="56">
                  <c:v>1.1200000000000001</c:v>
                </c:pt>
                <c:pt idx="57">
                  <c:v>1.1399999999999999</c:v>
                </c:pt>
                <c:pt idx="58">
                  <c:v>1.1599999999999999</c:v>
                </c:pt>
                <c:pt idx="59">
                  <c:v>1.18</c:v>
                </c:pt>
                <c:pt idx="60">
                  <c:v>1.2</c:v>
                </c:pt>
                <c:pt idx="61">
                  <c:v>1.22</c:v>
                </c:pt>
                <c:pt idx="62">
                  <c:v>1.24</c:v>
                </c:pt>
                <c:pt idx="63">
                  <c:v>1.26</c:v>
                </c:pt>
                <c:pt idx="64">
                  <c:v>1.28</c:v>
                </c:pt>
                <c:pt idx="65">
                  <c:v>1.3</c:v>
                </c:pt>
                <c:pt idx="66">
                  <c:v>1.32</c:v>
                </c:pt>
                <c:pt idx="67">
                  <c:v>1.34</c:v>
                </c:pt>
                <c:pt idx="68">
                  <c:v>1.36</c:v>
                </c:pt>
                <c:pt idx="69">
                  <c:v>1.38</c:v>
                </c:pt>
                <c:pt idx="70">
                  <c:v>1.4</c:v>
                </c:pt>
                <c:pt idx="71">
                  <c:v>1.42</c:v>
                </c:pt>
                <c:pt idx="72">
                  <c:v>1.44</c:v>
                </c:pt>
                <c:pt idx="73">
                  <c:v>1.46</c:v>
                </c:pt>
                <c:pt idx="74">
                  <c:v>1.48</c:v>
                </c:pt>
                <c:pt idx="75">
                  <c:v>1.5</c:v>
                </c:pt>
                <c:pt idx="76">
                  <c:v>1.52</c:v>
                </c:pt>
                <c:pt idx="77">
                  <c:v>1.54</c:v>
                </c:pt>
                <c:pt idx="78">
                  <c:v>1.56</c:v>
                </c:pt>
                <c:pt idx="79">
                  <c:v>1.58</c:v>
                </c:pt>
                <c:pt idx="80">
                  <c:v>1.6</c:v>
                </c:pt>
                <c:pt idx="81">
                  <c:v>1.62</c:v>
                </c:pt>
                <c:pt idx="82">
                  <c:v>1.64</c:v>
                </c:pt>
                <c:pt idx="83">
                  <c:v>1.66</c:v>
                </c:pt>
                <c:pt idx="84">
                  <c:v>1.68</c:v>
                </c:pt>
                <c:pt idx="85">
                  <c:v>1.7</c:v>
                </c:pt>
                <c:pt idx="86">
                  <c:v>1.72</c:v>
                </c:pt>
                <c:pt idx="87">
                  <c:v>1.74</c:v>
                </c:pt>
                <c:pt idx="88">
                  <c:v>1.76</c:v>
                </c:pt>
                <c:pt idx="89">
                  <c:v>1.78</c:v>
                </c:pt>
                <c:pt idx="90">
                  <c:v>1.8</c:v>
                </c:pt>
                <c:pt idx="91">
                  <c:v>1.82</c:v>
                </c:pt>
                <c:pt idx="92">
                  <c:v>1.84</c:v>
                </c:pt>
                <c:pt idx="93">
                  <c:v>1.86</c:v>
                </c:pt>
                <c:pt idx="94">
                  <c:v>1.88</c:v>
                </c:pt>
                <c:pt idx="95">
                  <c:v>1.9</c:v>
                </c:pt>
                <c:pt idx="96">
                  <c:v>1.92</c:v>
                </c:pt>
                <c:pt idx="97">
                  <c:v>1.94</c:v>
                </c:pt>
                <c:pt idx="98">
                  <c:v>1.96</c:v>
                </c:pt>
                <c:pt idx="99">
                  <c:v>1.98</c:v>
                </c:pt>
                <c:pt idx="100">
                  <c:v>2</c:v>
                </c:pt>
                <c:pt idx="101">
                  <c:v>2.02</c:v>
                </c:pt>
                <c:pt idx="102">
                  <c:v>2.04</c:v>
                </c:pt>
                <c:pt idx="103">
                  <c:v>2.06</c:v>
                </c:pt>
                <c:pt idx="104">
                  <c:v>2.08</c:v>
                </c:pt>
                <c:pt idx="105">
                  <c:v>2.1</c:v>
                </c:pt>
                <c:pt idx="106">
                  <c:v>2.12</c:v>
                </c:pt>
                <c:pt idx="107">
                  <c:v>2.14</c:v>
                </c:pt>
                <c:pt idx="108">
                  <c:v>2.16</c:v>
                </c:pt>
                <c:pt idx="109">
                  <c:v>2.1800000000000002</c:v>
                </c:pt>
                <c:pt idx="110">
                  <c:v>2.2000000000000002</c:v>
                </c:pt>
                <c:pt idx="111">
                  <c:v>2.2200000000000002</c:v>
                </c:pt>
                <c:pt idx="112">
                  <c:v>2.2400000000000002</c:v>
                </c:pt>
                <c:pt idx="113">
                  <c:v>2.2599999999999998</c:v>
                </c:pt>
                <c:pt idx="114">
                  <c:v>2.2799999999999998</c:v>
                </c:pt>
                <c:pt idx="115">
                  <c:v>2.2999999999999998</c:v>
                </c:pt>
                <c:pt idx="116">
                  <c:v>2.3199999999999998</c:v>
                </c:pt>
                <c:pt idx="117">
                  <c:v>2.34</c:v>
                </c:pt>
                <c:pt idx="118">
                  <c:v>2.36</c:v>
                </c:pt>
                <c:pt idx="119">
                  <c:v>2.38</c:v>
                </c:pt>
                <c:pt idx="120">
                  <c:v>2.4</c:v>
                </c:pt>
                <c:pt idx="121">
                  <c:v>2.42</c:v>
                </c:pt>
                <c:pt idx="122">
                  <c:v>2.44</c:v>
                </c:pt>
                <c:pt idx="123">
                  <c:v>2.46</c:v>
                </c:pt>
                <c:pt idx="124">
                  <c:v>2.48</c:v>
                </c:pt>
                <c:pt idx="125">
                  <c:v>2.5</c:v>
                </c:pt>
                <c:pt idx="126">
                  <c:v>2.52</c:v>
                </c:pt>
                <c:pt idx="127">
                  <c:v>2.54</c:v>
                </c:pt>
                <c:pt idx="128">
                  <c:v>2.56</c:v>
                </c:pt>
                <c:pt idx="129">
                  <c:v>2.58</c:v>
                </c:pt>
                <c:pt idx="130">
                  <c:v>2.6</c:v>
                </c:pt>
                <c:pt idx="131">
                  <c:v>2.62</c:v>
                </c:pt>
                <c:pt idx="132">
                  <c:v>2.64</c:v>
                </c:pt>
                <c:pt idx="133">
                  <c:v>2.66</c:v>
                </c:pt>
                <c:pt idx="134">
                  <c:v>2.68</c:v>
                </c:pt>
                <c:pt idx="135">
                  <c:v>2.7</c:v>
                </c:pt>
                <c:pt idx="136">
                  <c:v>2.72</c:v>
                </c:pt>
                <c:pt idx="137">
                  <c:v>2.74</c:v>
                </c:pt>
                <c:pt idx="138">
                  <c:v>2.76</c:v>
                </c:pt>
                <c:pt idx="139">
                  <c:v>2.78</c:v>
                </c:pt>
                <c:pt idx="140">
                  <c:v>2.8</c:v>
                </c:pt>
                <c:pt idx="141">
                  <c:v>2.82</c:v>
                </c:pt>
                <c:pt idx="142">
                  <c:v>2.84</c:v>
                </c:pt>
                <c:pt idx="143">
                  <c:v>2.86</c:v>
                </c:pt>
                <c:pt idx="144">
                  <c:v>2.88</c:v>
                </c:pt>
                <c:pt idx="145">
                  <c:v>2.9</c:v>
                </c:pt>
                <c:pt idx="146">
                  <c:v>2.92</c:v>
                </c:pt>
                <c:pt idx="147">
                  <c:v>2.94</c:v>
                </c:pt>
                <c:pt idx="148">
                  <c:v>2.96</c:v>
                </c:pt>
                <c:pt idx="149">
                  <c:v>2.98</c:v>
                </c:pt>
                <c:pt idx="150">
                  <c:v>3</c:v>
                </c:pt>
                <c:pt idx="151">
                  <c:v>3.02</c:v>
                </c:pt>
                <c:pt idx="152">
                  <c:v>3.04</c:v>
                </c:pt>
                <c:pt idx="153">
                  <c:v>3.06</c:v>
                </c:pt>
                <c:pt idx="154">
                  <c:v>3.08</c:v>
                </c:pt>
                <c:pt idx="155">
                  <c:v>3.1</c:v>
                </c:pt>
                <c:pt idx="156">
                  <c:v>3.12</c:v>
                </c:pt>
                <c:pt idx="157">
                  <c:v>3.14</c:v>
                </c:pt>
                <c:pt idx="158">
                  <c:v>3.16</c:v>
                </c:pt>
                <c:pt idx="159">
                  <c:v>3.18</c:v>
                </c:pt>
                <c:pt idx="160">
                  <c:v>3.2</c:v>
                </c:pt>
                <c:pt idx="161">
                  <c:v>3.22</c:v>
                </c:pt>
                <c:pt idx="162">
                  <c:v>3.24</c:v>
                </c:pt>
                <c:pt idx="163">
                  <c:v>3.26</c:v>
                </c:pt>
                <c:pt idx="164">
                  <c:v>3.28</c:v>
                </c:pt>
                <c:pt idx="165">
                  <c:v>3.3</c:v>
                </c:pt>
                <c:pt idx="166">
                  <c:v>3.32</c:v>
                </c:pt>
                <c:pt idx="167">
                  <c:v>3.34</c:v>
                </c:pt>
                <c:pt idx="168">
                  <c:v>3.36</c:v>
                </c:pt>
                <c:pt idx="169">
                  <c:v>3.38</c:v>
                </c:pt>
                <c:pt idx="170">
                  <c:v>3.4</c:v>
                </c:pt>
                <c:pt idx="171">
                  <c:v>3.42</c:v>
                </c:pt>
                <c:pt idx="172">
                  <c:v>3.44</c:v>
                </c:pt>
                <c:pt idx="173">
                  <c:v>3.46</c:v>
                </c:pt>
                <c:pt idx="174">
                  <c:v>3.48</c:v>
                </c:pt>
                <c:pt idx="175">
                  <c:v>3.5</c:v>
                </c:pt>
                <c:pt idx="176">
                  <c:v>3.52</c:v>
                </c:pt>
                <c:pt idx="177">
                  <c:v>3.54</c:v>
                </c:pt>
                <c:pt idx="178">
                  <c:v>3.56</c:v>
                </c:pt>
                <c:pt idx="179">
                  <c:v>3.58</c:v>
                </c:pt>
                <c:pt idx="180">
                  <c:v>3.6</c:v>
                </c:pt>
                <c:pt idx="181">
                  <c:v>3.62</c:v>
                </c:pt>
                <c:pt idx="182">
                  <c:v>3.64</c:v>
                </c:pt>
                <c:pt idx="183">
                  <c:v>3.66</c:v>
                </c:pt>
                <c:pt idx="184">
                  <c:v>3.68</c:v>
                </c:pt>
                <c:pt idx="185">
                  <c:v>3.7</c:v>
                </c:pt>
                <c:pt idx="186">
                  <c:v>3.72</c:v>
                </c:pt>
                <c:pt idx="187">
                  <c:v>3.74</c:v>
                </c:pt>
                <c:pt idx="188">
                  <c:v>3.76</c:v>
                </c:pt>
                <c:pt idx="189">
                  <c:v>3.78</c:v>
                </c:pt>
                <c:pt idx="190">
                  <c:v>3.8</c:v>
                </c:pt>
                <c:pt idx="191">
                  <c:v>3.82</c:v>
                </c:pt>
                <c:pt idx="192">
                  <c:v>3.84</c:v>
                </c:pt>
                <c:pt idx="193">
                  <c:v>3.86</c:v>
                </c:pt>
                <c:pt idx="194">
                  <c:v>3.88</c:v>
                </c:pt>
                <c:pt idx="195">
                  <c:v>3.9</c:v>
                </c:pt>
                <c:pt idx="196">
                  <c:v>3.92</c:v>
                </c:pt>
                <c:pt idx="197">
                  <c:v>3.94</c:v>
                </c:pt>
                <c:pt idx="198">
                  <c:v>3.96</c:v>
                </c:pt>
                <c:pt idx="199">
                  <c:v>3.98</c:v>
                </c:pt>
                <c:pt idx="200">
                  <c:v>4</c:v>
                </c:pt>
                <c:pt idx="201">
                  <c:v>4.0199999999999996</c:v>
                </c:pt>
                <c:pt idx="202">
                  <c:v>4.04</c:v>
                </c:pt>
                <c:pt idx="203">
                  <c:v>4.0599999999999996</c:v>
                </c:pt>
                <c:pt idx="204">
                  <c:v>4.08</c:v>
                </c:pt>
                <c:pt idx="205">
                  <c:v>4.0999999999999996</c:v>
                </c:pt>
                <c:pt idx="206">
                  <c:v>4.12</c:v>
                </c:pt>
                <c:pt idx="207">
                  <c:v>4.1399999999999997</c:v>
                </c:pt>
                <c:pt idx="208">
                  <c:v>4.16</c:v>
                </c:pt>
                <c:pt idx="209">
                  <c:v>4.18</c:v>
                </c:pt>
                <c:pt idx="210">
                  <c:v>4.2</c:v>
                </c:pt>
                <c:pt idx="211">
                  <c:v>4.22</c:v>
                </c:pt>
                <c:pt idx="212">
                  <c:v>4.24</c:v>
                </c:pt>
                <c:pt idx="213">
                  <c:v>4.26</c:v>
                </c:pt>
                <c:pt idx="214">
                  <c:v>4.28</c:v>
                </c:pt>
                <c:pt idx="215">
                  <c:v>4.3</c:v>
                </c:pt>
                <c:pt idx="216">
                  <c:v>4.32</c:v>
                </c:pt>
                <c:pt idx="217">
                  <c:v>4.34</c:v>
                </c:pt>
                <c:pt idx="218">
                  <c:v>4.3600000000000003</c:v>
                </c:pt>
                <c:pt idx="219">
                  <c:v>4.38</c:v>
                </c:pt>
                <c:pt idx="220">
                  <c:v>4.4000000000000004</c:v>
                </c:pt>
                <c:pt idx="221">
                  <c:v>4.42</c:v>
                </c:pt>
                <c:pt idx="222">
                  <c:v>4.4400000000000004</c:v>
                </c:pt>
                <c:pt idx="223">
                  <c:v>4.46</c:v>
                </c:pt>
                <c:pt idx="224">
                  <c:v>4.4800000000000004</c:v>
                </c:pt>
                <c:pt idx="225">
                  <c:v>4.5</c:v>
                </c:pt>
                <c:pt idx="226">
                  <c:v>4.5199999999999996</c:v>
                </c:pt>
                <c:pt idx="227">
                  <c:v>4.54</c:v>
                </c:pt>
                <c:pt idx="228">
                  <c:v>4.5599999999999996</c:v>
                </c:pt>
                <c:pt idx="229">
                  <c:v>4.58</c:v>
                </c:pt>
                <c:pt idx="230">
                  <c:v>4.5999999999999996</c:v>
                </c:pt>
                <c:pt idx="231">
                  <c:v>4.62</c:v>
                </c:pt>
                <c:pt idx="232">
                  <c:v>4.6399999999999997</c:v>
                </c:pt>
                <c:pt idx="233">
                  <c:v>4.66</c:v>
                </c:pt>
                <c:pt idx="234">
                  <c:v>4.68</c:v>
                </c:pt>
                <c:pt idx="235">
                  <c:v>4.7</c:v>
                </c:pt>
                <c:pt idx="236">
                  <c:v>4.72</c:v>
                </c:pt>
                <c:pt idx="237">
                  <c:v>4.74</c:v>
                </c:pt>
                <c:pt idx="238">
                  <c:v>4.76</c:v>
                </c:pt>
                <c:pt idx="239">
                  <c:v>4.78</c:v>
                </c:pt>
                <c:pt idx="240">
                  <c:v>4.8</c:v>
                </c:pt>
                <c:pt idx="241">
                  <c:v>4.82</c:v>
                </c:pt>
                <c:pt idx="242">
                  <c:v>4.84</c:v>
                </c:pt>
                <c:pt idx="243">
                  <c:v>4.8600000000000003</c:v>
                </c:pt>
                <c:pt idx="244">
                  <c:v>4.88</c:v>
                </c:pt>
                <c:pt idx="245">
                  <c:v>4.9000000000000004</c:v>
                </c:pt>
                <c:pt idx="246">
                  <c:v>4.92</c:v>
                </c:pt>
                <c:pt idx="247">
                  <c:v>4.9400000000000004</c:v>
                </c:pt>
                <c:pt idx="248">
                  <c:v>4.96</c:v>
                </c:pt>
                <c:pt idx="249">
                  <c:v>4.9800000000000004</c:v>
                </c:pt>
                <c:pt idx="250">
                  <c:v>5</c:v>
                </c:pt>
                <c:pt idx="251">
                  <c:v>5.0199999999999996</c:v>
                </c:pt>
                <c:pt idx="252">
                  <c:v>5.04</c:v>
                </c:pt>
                <c:pt idx="253">
                  <c:v>5.0599999999999996</c:v>
                </c:pt>
                <c:pt idx="254">
                  <c:v>5.08</c:v>
                </c:pt>
                <c:pt idx="255">
                  <c:v>5.0999999999999996</c:v>
                </c:pt>
                <c:pt idx="256">
                  <c:v>5.12</c:v>
                </c:pt>
                <c:pt idx="257">
                  <c:v>5.14</c:v>
                </c:pt>
                <c:pt idx="258">
                  <c:v>5.16</c:v>
                </c:pt>
                <c:pt idx="259">
                  <c:v>5.18</c:v>
                </c:pt>
                <c:pt idx="260">
                  <c:v>5.2</c:v>
                </c:pt>
                <c:pt idx="261">
                  <c:v>5.22</c:v>
                </c:pt>
                <c:pt idx="262">
                  <c:v>5.24</c:v>
                </c:pt>
                <c:pt idx="263">
                  <c:v>5.26</c:v>
                </c:pt>
                <c:pt idx="264">
                  <c:v>5.28</c:v>
                </c:pt>
                <c:pt idx="265">
                  <c:v>5.3</c:v>
                </c:pt>
                <c:pt idx="266">
                  <c:v>5.32</c:v>
                </c:pt>
                <c:pt idx="267">
                  <c:v>5.34</c:v>
                </c:pt>
                <c:pt idx="268">
                  <c:v>5.36</c:v>
                </c:pt>
                <c:pt idx="269">
                  <c:v>5.38</c:v>
                </c:pt>
                <c:pt idx="270">
                  <c:v>5.4</c:v>
                </c:pt>
                <c:pt idx="271">
                  <c:v>5.42</c:v>
                </c:pt>
                <c:pt idx="272">
                  <c:v>5.44</c:v>
                </c:pt>
                <c:pt idx="273">
                  <c:v>5.46</c:v>
                </c:pt>
                <c:pt idx="274">
                  <c:v>5.48</c:v>
                </c:pt>
                <c:pt idx="275">
                  <c:v>5.5</c:v>
                </c:pt>
                <c:pt idx="276">
                  <c:v>5.52</c:v>
                </c:pt>
                <c:pt idx="277">
                  <c:v>5.54</c:v>
                </c:pt>
                <c:pt idx="278">
                  <c:v>5.56</c:v>
                </c:pt>
                <c:pt idx="279">
                  <c:v>5.58</c:v>
                </c:pt>
                <c:pt idx="280">
                  <c:v>5.6</c:v>
                </c:pt>
                <c:pt idx="281">
                  <c:v>5.62</c:v>
                </c:pt>
                <c:pt idx="282">
                  <c:v>5.64</c:v>
                </c:pt>
                <c:pt idx="283">
                  <c:v>5.66</c:v>
                </c:pt>
                <c:pt idx="284">
                  <c:v>5.68</c:v>
                </c:pt>
                <c:pt idx="285">
                  <c:v>5.7</c:v>
                </c:pt>
                <c:pt idx="286">
                  <c:v>5.72</c:v>
                </c:pt>
                <c:pt idx="287">
                  <c:v>5.74</c:v>
                </c:pt>
                <c:pt idx="288">
                  <c:v>5.76</c:v>
                </c:pt>
                <c:pt idx="289">
                  <c:v>5.78</c:v>
                </c:pt>
                <c:pt idx="290">
                  <c:v>5.8</c:v>
                </c:pt>
                <c:pt idx="291">
                  <c:v>5.82</c:v>
                </c:pt>
                <c:pt idx="292">
                  <c:v>5.84</c:v>
                </c:pt>
                <c:pt idx="293">
                  <c:v>5.86</c:v>
                </c:pt>
                <c:pt idx="294">
                  <c:v>5.88</c:v>
                </c:pt>
                <c:pt idx="295">
                  <c:v>5.9</c:v>
                </c:pt>
                <c:pt idx="296">
                  <c:v>5.92</c:v>
                </c:pt>
                <c:pt idx="297">
                  <c:v>5.94</c:v>
                </c:pt>
                <c:pt idx="298">
                  <c:v>5.96</c:v>
                </c:pt>
                <c:pt idx="299">
                  <c:v>5.98</c:v>
                </c:pt>
                <c:pt idx="300">
                  <c:v>6</c:v>
                </c:pt>
                <c:pt idx="301">
                  <c:v>6.02</c:v>
                </c:pt>
                <c:pt idx="302">
                  <c:v>6.04</c:v>
                </c:pt>
                <c:pt idx="303">
                  <c:v>6.06</c:v>
                </c:pt>
                <c:pt idx="304">
                  <c:v>6.08</c:v>
                </c:pt>
                <c:pt idx="305">
                  <c:v>6.1</c:v>
                </c:pt>
                <c:pt idx="306">
                  <c:v>6.12</c:v>
                </c:pt>
                <c:pt idx="307">
                  <c:v>6.14</c:v>
                </c:pt>
                <c:pt idx="308">
                  <c:v>6.16</c:v>
                </c:pt>
                <c:pt idx="309">
                  <c:v>6.18</c:v>
                </c:pt>
                <c:pt idx="310">
                  <c:v>6.2</c:v>
                </c:pt>
                <c:pt idx="311">
                  <c:v>6.22</c:v>
                </c:pt>
                <c:pt idx="312">
                  <c:v>6.24</c:v>
                </c:pt>
                <c:pt idx="313">
                  <c:v>6.26</c:v>
                </c:pt>
                <c:pt idx="314">
                  <c:v>6.28</c:v>
                </c:pt>
                <c:pt idx="315">
                  <c:v>6.3</c:v>
                </c:pt>
                <c:pt idx="316">
                  <c:v>6.32</c:v>
                </c:pt>
                <c:pt idx="317">
                  <c:v>6.34</c:v>
                </c:pt>
                <c:pt idx="318">
                  <c:v>6.36</c:v>
                </c:pt>
                <c:pt idx="319">
                  <c:v>6.38</c:v>
                </c:pt>
                <c:pt idx="320">
                  <c:v>6.4</c:v>
                </c:pt>
                <c:pt idx="321">
                  <c:v>6.42</c:v>
                </c:pt>
                <c:pt idx="322">
                  <c:v>6.44</c:v>
                </c:pt>
                <c:pt idx="323">
                  <c:v>6.46</c:v>
                </c:pt>
                <c:pt idx="324">
                  <c:v>6.48</c:v>
                </c:pt>
                <c:pt idx="325">
                  <c:v>6.5</c:v>
                </c:pt>
                <c:pt idx="326">
                  <c:v>6.52</c:v>
                </c:pt>
                <c:pt idx="327">
                  <c:v>6.54</c:v>
                </c:pt>
                <c:pt idx="328">
                  <c:v>6.56</c:v>
                </c:pt>
                <c:pt idx="329">
                  <c:v>6.58</c:v>
                </c:pt>
                <c:pt idx="330">
                  <c:v>6.6</c:v>
                </c:pt>
                <c:pt idx="331">
                  <c:v>6.62</c:v>
                </c:pt>
                <c:pt idx="332">
                  <c:v>6.64</c:v>
                </c:pt>
                <c:pt idx="333">
                  <c:v>6.66</c:v>
                </c:pt>
                <c:pt idx="334">
                  <c:v>6.68</c:v>
                </c:pt>
                <c:pt idx="335">
                  <c:v>6.7</c:v>
                </c:pt>
                <c:pt idx="336">
                  <c:v>6.72</c:v>
                </c:pt>
                <c:pt idx="337">
                  <c:v>6.74</c:v>
                </c:pt>
                <c:pt idx="338">
                  <c:v>6.76</c:v>
                </c:pt>
                <c:pt idx="339">
                  <c:v>6.78</c:v>
                </c:pt>
                <c:pt idx="340">
                  <c:v>6.8</c:v>
                </c:pt>
                <c:pt idx="341">
                  <c:v>6.82</c:v>
                </c:pt>
                <c:pt idx="342">
                  <c:v>6.84</c:v>
                </c:pt>
                <c:pt idx="343">
                  <c:v>6.86</c:v>
                </c:pt>
                <c:pt idx="344">
                  <c:v>6.88</c:v>
                </c:pt>
                <c:pt idx="345">
                  <c:v>6.9</c:v>
                </c:pt>
                <c:pt idx="346">
                  <c:v>6.92</c:v>
                </c:pt>
                <c:pt idx="347">
                  <c:v>6.94</c:v>
                </c:pt>
                <c:pt idx="348">
                  <c:v>6.96</c:v>
                </c:pt>
                <c:pt idx="349">
                  <c:v>6.98</c:v>
                </c:pt>
                <c:pt idx="350">
                  <c:v>7</c:v>
                </c:pt>
                <c:pt idx="351">
                  <c:v>7.02</c:v>
                </c:pt>
                <c:pt idx="352">
                  <c:v>7.04</c:v>
                </c:pt>
                <c:pt idx="353">
                  <c:v>7.06</c:v>
                </c:pt>
                <c:pt idx="354">
                  <c:v>7.08</c:v>
                </c:pt>
                <c:pt idx="355">
                  <c:v>7.1</c:v>
                </c:pt>
                <c:pt idx="356">
                  <c:v>7.12</c:v>
                </c:pt>
                <c:pt idx="357">
                  <c:v>7.14</c:v>
                </c:pt>
                <c:pt idx="358">
                  <c:v>7.16</c:v>
                </c:pt>
                <c:pt idx="359">
                  <c:v>7.18</c:v>
                </c:pt>
                <c:pt idx="360">
                  <c:v>7.2</c:v>
                </c:pt>
                <c:pt idx="361">
                  <c:v>7.22</c:v>
                </c:pt>
                <c:pt idx="362">
                  <c:v>7.24</c:v>
                </c:pt>
                <c:pt idx="363">
                  <c:v>7.26</c:v>
                </c:pt>
                <c:pt idx="364">
                  <c:v>7.28</c:v>
                </c:pt>
                <c:pt idx="365">
                  <c:v>7.3</c:v>
                </c:pt>
                <c:pt idx="366">
                  <c:v>7.32</c:v>
                </c:pt>
                <c:pt idx="367">
                  <c:v>7.34</c:v>
                </c:pt>
                <c:pt idx="368">
                  <c:v>7.36</c:v>
                </c:pt>
                <c:pt idx="369">
                  <c:v>7.38</c:v>
                </c:pt>
                <c:pt idx="370">
                  <c:v>7.4</c:v>
                </c:pt>
                <c:pt idx="371">
                  <c:v>7.42</c:v>
                </c:pt>
                <c:pt idx="372">
                  <c:v>7.44</c:v>
                </c:pt>
                <c:pt idx="373">
                  <c:v>7.46</c:v>
                </c:pt>
                <c:pt idx="374">
                  <c:v>7.48</c:v>
                </c:pt>
                <c:pt idx="375">
                  <c:v>7.5</c:v>
                </c:pt>
                <c:pt idx="376">
                  <c:v>7.52</c:v>
                </c:pt>
                <c:pt idx="377">
                  <c:v>7.54</c:v>
                </c:pt>
                <c:pt idx="378">
                  <c:v>7.56</c:v>
                </c:pt>
                <c:pt idx="379">
                  <c:v>7.58</c:v>
                </c:pt>
                <c:pt idx="380">
                  <c:v>7.6</c:v>
                </c:pt>
                <c:pt idx="381">
                  <c:v>7.62</c:v>
                </c:pt>
                <c:pt idx="382">
                  <c:v>7.64</c:v>
                </c:pt>
                <c:pt idx="383">
                  <c:v>7.66</c:v>
                </c:pt>
                <c:pt idx="384">
                  <c:v>7.68</c:v>
                </c:pt>
                <c:pt idx="385">
                  <c:v>7.7</c:v>
                </c:pt>
                <c:pt idx="386">
                  <c:v>7.72</c:v>
                </c:pt>
                <c:pt idx="387">
                  <c:v>7.74</c:v>
                </c:pt>
                <c:pt idx="388">
                  <c:v>7.76</c:v>
                </c:pt>
                <c:pt idx="389">
                  <c:v>7.78</c:v>
                </c:pt>
                <c:pt idx="390">
                  <c:v>7.8</c:v>
                </c:pt>
                <c:pt idx="391">
                  <c:v>7.82</c:v>
                </c:pt>
                <c:pt idx="392">
                  <c:v>7.84</c:v>
                </c:pt>
                <c:pt idx="393">
                  <c:v>7.86</c:v>
                </c:pt>
                <c:pt idx="394">
                  <c:v>7.88</c:v>
                </c:pt>
                <c:pt idx="395">
                  <c:v>7.9</c:v>
                </c:pt>
                <c:pt idx="396">
                  <c:v>7.92</c:v>
                </c:pt>
                <c:pt idx="397">
                  <c:v>7.94</c:v>
                </c:pt>
                <c:pt idx="398">
                  <c:v>7.96</c:v>
                </c:pt>
                <c:pt idx="399">
                  <c:v>7.98</c:v>
                </c:pt>
                <c:pt idx="400">
                  <c:v>8</c:v>
                </c:pt>
                <c:pt idx="401">
                  <c:v>8.02</c:v>
                </c:pt>
                <c:pt idx="402">
                  <c:v>8.0399999999999991</c:v>
                </c:pt>
                <c:pt idx="403">
                  <c:v>8.06</c:v>
                </c:pt>
                <c:pt idx="404">
                  <c:v>8.08</c:v>
                </c:pt>
                <c:pt idx="405">
                  <c:v>8.1</c:v>
                </c:pt>
                <c:pt idx="406">
                  <c:v>8.1199999999999992</c:v>
                </c:pt>
                <c:pt idx="407">
                  <c:v>8.14</c:v>
                </c:pt>
                <c:pt idx="408">
                  <c:v>8.16</c:v>
                </c:pt>
                <c:pt idx="409">
                  <c:v>8.18</c:v>
                </c:pt>
                <c:pt idx="410">
                  <c:v>8.1999999999999993</c:v>
                </c:pt>
                <c:pt idx="411">
                  <c:v>8.2200000000000006</c:v>
                </c:pt>
                <c:pt idx="412">
                  <c:v>8.24</c:v>
                </c:pt>
                <c:pt idx="413">
                  <c:v>8.26</c:v>
                </c:pt>
                <c:pt idx="414">
                  <c:v>8.2799999999999994</c:v>
                </c:pt>
                <c:pt idx="415">
                  <c:v>8.3000000000000007</c:v>
                </c:pt>
                <c:pt idx="416">
                  <c:v>8.32</c:v>
                </c:pt>
                <c:pt idx="417">
                  <c:v>8.34</c:v>
                </c:pt>
                <c:pt idx="418">
                  <c:v>8.36</c:v>
                </c:pt>
                <c:pt idx="419">
                  <c:v>8.3800000000000008</c:v>
                </c:pt>
                <c:pt idx="420">
                  <c:v>8.4</c:v>
                </c:pt>
                <c:pt idx="421">
                  <c:v>8.42</c:v>
                </c:pt>
                <c:pt idx="422">
                  <c:v>8.44</c:v>
                </c:pt>
                <c:pt idx="423">
                  <c:v>8.4600000000000009</c:v>
                </c:pt>
                <c:pt idx="424">
                  <c:v>8.48</c:v>
                </c:pt>
                <c:pt idx="425">
                  <c:v>8.5</c:v>
                </c:pt>
                <c:pt idx="426">
                  <c:v>8.52</c:v>
                </c:pt>
                <c:pt idx="427">
                  <c:v>8.5399999999999991</c:v>
                </c:pt>
                <c:pt idx="428">
                  <c:v>8.56</c:v>
                </c:pt>
                <c:pt idx="429">
                  <c:v>8.58</c:v>
                </c:pt>
                <c:pt idx="430">
                  <c:v>8.6</c:v>
                </c:pt>
                <c:pt idx="431">
                  <c:v>8.6199999999999992</c:v>
                </c:pt>
                <c:pt idx="432">
                  <c:v>8.64</c:v>
                </c:pt>
                <c:pt idx="433">
                  <c:v>8.66</c:v>
                </c:pt>
                <c:pt idx="434">
                  <c:v>8.68</c:v>
                </c:pt>
                <c:pt idx="435">
                  <c:v>8.6999999999999993</c:v>
                </c:pt>
                <c:pt idx="436">
                  <c:v>8.7200000000000006</c:v>
                </c:pt>
                <c:pt idx="437">
                  <c:v>8.74</c:v>
                </c:pt>
                <c:pt idx="438">
                  <c:v>8.76</c:v>
                </c:pt>
                <c:pt idx="439">
                  <c:v>8.7799999999999994</c:v>
                </c:pt>
                <c:pt idx="440">
                  <c:v>8.8000000000000007</c:v>
                </c:pt>
                <c:pt idx="441">
                  <c:v>8.82</c:v>
                </c:pt>
                <c:pt idx="442">
                  <c:v>8.84</c:v>
                </c:pt>
                <c:pt idx="443">
                  <c:v>8.86</c:v>
                </c:pt>
                <c:pt idx="444">
                  <c:v>8.8800000000000008</c:v>
                </c:pt>
                <c:pt idx="445">
                  <c:v>8.9</c:v>
                </c:pt>
                <c:pt idx="446">
                  <c:v>8.92</c:v>
                </c:pt>
                <c:pt idx="447">
                  <c:v>8.94</c:v>
                </c:pt>
                <c:pt idx="448">
                  <c:v>8.9600000000000009</c:v>
                </c:pt>
                <c:pt idx="449">
                  <c:v>8.98</c:v>
                </c:pt>
                <c:pt idx="450">
                  <c:v>9</c:v>
                </c:pt>
                <c:pt idx="451">
                  <c:v>9.02</c:v>
                </c:pt>
                <c:pt idx="452">
                  <c:v>9.0399999999999991</c:v>
                </c:pt>
                <c:pt idx="453">
                  <c:v>9.06</c:v>
                </c:pt>
                <c:pt idx="454">
                  <c:v>9.08</c:v>
                </c:pt>
                <c:pt idx="455">
                  <c:v>9.1</c:v>
                </c:pt>
                <c:pt idx="456">
                  <c:v>9.1199999999999992</c:v>
                </c:pt>
                <c:pt idx="457">
                  <c:v>9.14</c:v>
                </c:pt>
                <c:pt idx="458">
                  <c:v>9.16</c:v>
                </c:pt>
                <c:pt idx="459">
                  <c:v>9.18</c:v>
                </c:pt>
                <c:pt idx="460">
                  <c:v>9.1999999999999993</c:v>
                </c:pt>
                <c:pt idx="461">
                  <c:v>9.2200000000000006</c:v>
                </c:pt>
                <c:pt idx="462">
                  <c:v>9.24</c:v>
                </c:pt>
                <c:pt idx="463">
                  <c:v>9.26</c:v>
                </c:pt>
                <c:pt idx="464">
                  <c:v>9.2799999999999994</c:v>
                </c:pt>
                <c:pt idx="465">
                  <c:v>9.3000000000000007</c:v>
                </c:pt>
                <c:pt idx="466">
                  <c:v>9.32</c:v>
                </c:pt>
                <c:pt idx="467">
                  <c:v>9.34</c:v>
                </c:pt>
                <c:pt idx="468">
                  <c:v>9.36</c:v>
                </c:pt>
                <c:pt idx="469">
                  <c:v>9.3800000000000008</c:v>
                </c:pt>
                <c:pt idx="470">
                  <c:v>9.4</c:v>
                </c:pt>
                <c:pt idx="471">
                  <c:v>9.42</c:v>
                </c:pt>
                <c:pt idx="472">
                  <c:v>9.44</c:v>
                </c:pt>
                <c:pt idx="473">
                  <c:v>9.4600000000000009</c:v>
                </c:pt>
                <c:pt idx="474">
                  <c:v>9.48</c:v>
                </c:pt>
                <c:pt idx="475">
                  <c:v>9.5</c:v>
                </c:pt>
                <c:pt idx="476">
                  <c:v>9.52</c:v>
                </c:pt>
                <c:pt idx="477">
                  <c:v>9.5399999999999991</c:v>
                </c:pt>
                <c:pt idx="478">
                  <c:v>9.56</c:v>
                </c:pt>
                <c:pt idx="479">
                  <c:v>9.58</c:v>
                </c:pt>
                <c:pt idx="480">
                  <c:v>9.6</c:v>
                </c:pt>
                <c:pt idx="481">
                  <c:v>9.6199999999999992</c:v>
                </c:pt>
                <c:pt idx="482">
                  <c:v>9.64</c:v>
                </c:pt>
                <c:pt idx="483">
                  <c:v>9.66</c:v>
                </c:pt>
                <c:pt idx="484">
                  <c:v>9.68</c:v>
                </c:pt>
                <c:pt idx="485">
                  <c:v>9.6999999999999993</c:v>
                </c:pt>
                <c:pt idx="486">
                  <c:v>9.7200000000000006</c:v>
                </c:pt>
                <c:pt idx="487">
                  <c:v>9.74</c:v>
                </c:pt>
                <c:pt idx="488">
                  <c:v>9.76</c:v>
                </c:pt>
                <c:pt idx="489">
                  <c:v>9.7799999999999994</c:v>
                </c:pt>
                <c:pt idx="490">
                  <c:v>9.8000000000000007</c:v>
                </c:pt>
                <c:pt idx="491">
                  <c:v>9.82</c:v>
                </c:pt>
                <c:pt idx="492">
                  <c:v>9.84</c:v>
                </c:pt>
                <c:pt idx="493">
                  <c:v>9.86</c:v>
                </c:pt>
                <c:pt idx="494">
                  <c:v>9.8800000000000008</c:v>
                </c:pt>
                <c:pt idx="495">
                  <c:v>9.9</c:v>
                </c:pt>
                <c:pt idx="496">
                  <c:v>9.92</c:v>
                </c:pt>
                <c:pt idx="497">
                  <c:v>9.94</c:v>
                </c:pt>
                <c:pt idx="498">
                  <c:v>9.9600000000000009</c:v>
                </c:pt>
                <c:pt idx="499">
                  <c:v>9.98</c:v>
                </c:pt>
                <c:pt idx="500">
                  <c:v>10</c:v>
                </c:pt>
              </c:numCache>
            </c:numRef>
          </c:xVal>
          <c:yVal>
            <c:numRef>
              <c:f>Sheet1!$F$2:$F$502</c:f>
              <c:numCache>
                <c:formatCode>General</c:formatCode>
                <c:ptCount val="5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1E-4</c:v>
                </c:pt>
                <c:pt idx="91">
                  <c:v>1E-4</c:v>
                </c:pt>
                <c:pt idx="92">
                  <c:v>1E-4</c:v>
                </c:pt>
                <c:pt idx="93">
                  <c:v>1E-4</c:v>
                </c:pt>
                <c:pt idx="94">
                  <c:v>1E-4</c:v>
                </c:pt>
                <c:pt idx="95">
                  <c:v>1E-4</c:v>
                </c:pt>
                <c:pt idx="96">
                  <c:v>1E-4</c:v>
                </c:pt>
                <c:pt idx="97">
                  <c:v>1E-4</c:v>
                </c:pt>
                <c:pt idx="98">
                  <c:v>1E-4</c:v>
                </c:pt>
                <c:pt idx="99">
                  <c:v>2.0000000000000001E-4</c:v>
                </c:pt>
                <c:pt idx="100">
                  <c:v>2.0000000000000001E-4</c:v>
                </c:pt>
                <c:pt idx="101">
                  <c:v>2.0000000000000001E-4</c:v>
                </c:pt>
                <c:pt idx="102">
                  <c:v>2.0000000000000001E-4</c:v>
                </c:pt>
                <c:pt idx="103">
                  <c:v>2.9999999999999997E-4</c:v>
                </c:pt>
                <c:pt idx="104">
                  <c:v>2.9999999999999997E-4</c:v>
                </c:pt>
                <c:pt idx="105">
                  <c:v>2.9999999999999997E-4</c:v>
                </c:pt>
                <c:pt idx="106">
                  <c:v>4.0000000000000002E-4</c:v>
                </c:pt>
                <c:pt idx="107">
                  <c:v>4.0000000000000002E-4</c:v>
                </c:pt>
                <c:pt idx="108">
                  <c:v>5.0000000000000001E-4</c:v>
                </c:pt>
                <c:pt idx="109">
                  <c:v>5.0000000000000001E-4</c:v>
                </c:pt>
                <c:pt idx="110">
                  <c:v>5.9999999999999995E-4</c:v>
                </c:pt>
                <c:pt idx="111">
                  <c:v>6.9999999999999999E-4</c:v>
                </c:pt>
                <c:pt idx="112">
                  <c:v>6.9999999999999999E-4</c:v>
                </c:pt>
                <c:pt idx="113">
                  <c:v>8.0000000000000004E-4</c:v>
                </c:pt>
                <c:pt idx="114">
                  <c:v>8.9999999999999998E-4</c:v>
                </c:pt>
                <c:pt idx="115">
                  <c:v>1E-3</c:v>
                </c:pt>
                <c:pt idx="116">
                  <c:v>1.1000000000000001E-3</c:v>
                </c:pt>
                <c:pt idx="117">
                  <c:v>1.1999999999999999E-3</c:v>
                </c:pt>
                <c:pt idx="118">
                  <c:v>1.4E-3</c:v>
                </c:pt>
                <c:pt idx="119">
                  <c:v>1.5E-3</c:v>
                </c:pt>
                <c:pt idx="120">
                  <c:v>1.6999999999999999E-3</c:v>
                </c:pt>
                <c:pt idx="121">
                  <c:v>1.9E-3</c:v>
                </c:pt>
                <c:pt idx="122">
                  <c:v>2.0999999999999999E-3</c:v>
                </c:pt>
                <c:pt idx="123">
                  <c:v>2.3E-3</c:v>
                </c:pt>
                <c:pt idx="124">
                  <c:v>2.5000000000000001E-3</c:v>
                </c:pt>
                <c:pt idx="125">
                  <c:v>2.8E-3</c:v>
                </c:pt>
                <c:pt idx="126">
                  <c:v>3.0999999999999999E-3</c:v>
                </c:pt>
                <c:pt idx="127">
                  <c:v>3.3999999999999998E-3</c:v>
                </c:pt>
                <c:pt idx="128">
                  <c:v>3.7000000000000002E-3</c:v>
                </c:pt>
                <c:pt idx="129">
                  <c:v>4.1000000000000003E-3</c:v>
                </c:pt>
                <c:pt idx="130">
                  <c:v>4.4999999999999997E-3</c:v>
                </c:pt>
                <c:pt idx="131">
                  <c:v>5.0000000000000001E-3</c:v>
                </c:pt>
                <c:pt idx="132">
                  <c:v>5.4999999999999997E-3</c:v>
                </c:pt>
                <c:pt idx="133">
                  <c:v>6.0000000000000001E-3</c:v>
                </c:pt>
                <c:pt idx="134">
                  <c:v>6.4999999999999997E-3</c:v>
                </c:pt>
                <c:pt idx="135">
                  <c:v>7.1999999999999998E-3</c:v>
                </c:pt>
                <c:pt idx="136">
                  <c:v>7.7999999999999996E-3</c:v>
                </c:pt>
                <c:pt idx="137">
                  <c:v>8.6E-3</c:v>
                </c:pt>
                <c:pt idx="138">
                  <c:v>9.2999999999999992E-3</c:v>
                </c:pt>
                <c:pt idx="139">
                  <c:v>1.0200000000000001E-2</c:v>
                </c:pt>
                <c:pt idx="140">
                  <c:v>1.11E-2</c:v>
                </c:pt>
                <c:pt idx="141">
                  <c:v>1.21E-2</c:v>
                </c:pt>
                <c:pt idx="142">
                  <c:v>1.32E-2</c:v>
                </c:pt>
                <c:pt idx="143">
                  <c:v>1.43E-2</c:v>
                </c:pt>
                <c:pt idx="144">
                  <c:v>1.5599999999999999E-2</c:v>
                </c:pt>
                <c:pt idx="145">
                  <c:v>1.6899999999999998E-2</c:v>
                </c:pt>
                <c:pt idx="146">
                  <c:v>1.83E-2</c:v>
                </c:pt>
                <c:pt idx="147">
                  <c:v>1.9800000000000002E-2</c:v>
                </c:pt>
                <c:pt idx="148">
                  <c:v>2.1499999999999998E-2</c:v>
                </c:pt>
                <c:pt idx="149">
                  <c:v>2.3199999999999998E-2</c:v>
                </c:pt>
                <c:pt idx="150">
                  <c:v>2.5100000000000001E-2</c:v>
                </c:pt>
                <c:pt idx="151">
                  <c:v>2.7099999999999999E-2</c:v>
                </c:pt>
                <c:pt idx="152">
                  <c:v>2.93E-2</c:v>
                </c:pt>
                <c:pt idx="153">
                  <c:v>3.1600000000000003E-2</c:v>
                </c:pt>
                <c:pt idx="154">
                  <c:v>3.4000000000000002E-2</c:v>
                </c:pt>
                <c:pt idx="155">
                  <c:v>3.6700000000000003E-2</c:v>
                </c:pt>
                <c:pt idx="156">
                  <c:v>3.9399999999999998E-2</c:v>
                </c:pt>
                <c:pt idx="157">
                  <c:v>4.24E-2</c:v>
                </c:pt>
                <c:pt idx="158">
                  <c:v>4.5499999999999999E-2</c:v>
                </c:pt>
                <c:pt idx="159">
                  <c:v>4.8899999999999999E-2</c:v>
                </c:pt>
                <c:pt idx="160">
                  <c:v>5.2400000000000002E-2</c:v>
                </c:pt>
                <c:pt idx="161">
                  <c:v>5.6099999999999997E-2</c:v>
                </c:pt>
                <c:pt idx="162">
                  <c:v>6.0100000000000001E-2</c:v>
                </c:pt>
                <c:pt idx="163">
                  <c:v>6.4299999999999996E-2</c:v>
                </c:pt>
                <c:pt idx="164">
                  <c:v>6.8699999999999997E-2</c:v>
                </c:pt>
                <c:pt idx="165">
                  <c:v>7.3400000000000007E-2</c:v>
                </c:pt>
                <c:pt idx="166">
                  <c:v>7.8299999999999995E-2</c:v>
                </c:pt>
                <c:pt idx="167">
                  <c:v>8.3500000000000005E-2</c:v>
                </c:pt>
                <c:pt idx="168">
                  <c:v>8.8900000000000007E-2</c:v>
                </c:pt>
                <c:pt idx="169">
                  <c:v>9.4700000000000006E-2</c:v>
                </c:pt>
                <c:pt idx="170">
                  <c:v>0.1007</c:v>
                </c:pt>
                <c:pt idx="171">
                  <c:v>0.107</c:v>
                </c:pt>
                <c:pt idx="172">
                  <c:v>0.11360000000000001</c:v>
                </c:pt>
                <c:pt idx="173">
                  <c:v>0.1205</c:v>
                </c:pt>
                <c:pt idx="174">
                  <c:v>0.1278</c:v>
                </c:pt>
                <c:pt idx="175">
                  <c:v>0.1353</c:v>
                </c:pt>
                <c:pt idx="176">
                  <c:v>0.14319999999999999</c:v>
                </c:pt>
                <c:pt idx="177">
                  <c:v>0.1515</c:v>
                </c:pt>
                <c:pt idx="178">
                  <c:v>0.16009999999999999</c:v>
                </c:pt>
                <c:pt idx="179">
                  <c:v>0.16900000000000001</c:v>
                </c:pt>
                <c:pt idx="180">
                  <c:v>0.17829999999999999</c:v>
                </c:pt>
                <c:pt idx="181">
                  <c:v>0.18790000000000001</c:v>
                </c:pt>
                <c:pt idx="182">
                  <c:v>0.19789999999999999</c:v>
                </c:pt>
                <c:pt idx="183">
                  <c:v>0.20830000000000001</c:v>
                </c:pt>
                <c:pt idx="184">
                  <c:v>0.219</c:v>
                </c:pt>
                <c:pt idx="185">
                  <c:v>0.2301</c:v>
                </c:pt>
                <c:pt idx="186">
                  <c:v>0.24149999999999999</c:v>
                </c:pt>
                <c:pt idx="187">
                  <c:v>0.25330000000000003</c:v>
                </c:pt>
                <c:pt idx="188">
                  <c:v>0.26550000000000001</c:v>
                </c:pt>
                <c:pt idx="189">
                  <c:v>0.27800000000000002</c:v>
                </c:pt>
                <c:pt idx="190">
                  <c:v>0.29089999999999999</c:v>
                </c:pt>
                <c:pt idx="191">
                  <c:v>0.30420000000000003</c:v>
                </c:pt>
                <c:pt idx="192">
                  <c:v>0.31769999999999998</c:v>
                </c:pt>
                <c:pt idx="193">
                  <c:v>0.33169999999999999</c:v>
                </c:pt>
                <c:pt idx="194">
                  <c:v>0.34589999999999999</c:v>
                </c:pt>
                <c:pt idx="195">
                  <c:v>0.3604</c:v>
                </c:pt>
                <c:pt idx="196">
                  <c:v>0.37530000000000002</c:v>
                </c:pt>
                <c:pt idx="197">
                  <c:v>0.39050000000000001</c:v>
                </c:pt>
                <c:pt idx="198">
                  <c:v>0.40589999999999998</c:v>
                </c:pt>
                <c:pt idx="199">
                  <c:v>0.42159999999999997</c:v>
                </c:pt>
                <c:pt idx="200">
                  <c:v>0.43759999999999999</c:v>
                </c:pt>
                <c:pt idx="201">
                  <c:v>0.45379999999999998</c:v>
                </c:pt>
                <c:pt idx="202">
                  <c:v>0.47020000000000001</c:v>
                </c:pt>
                <c:pt idx="203">
                  <c:v>0.48680000000000001</c:v>
                </c:pt>
                <c:pt idx="204">
                  <c:v>0.50349999999999995</c:v>
                </c:pt>
                <c:pt idx="205">
                  <c:v>0.52049999999999996</c:v>
                </c:pt>
                <c:pt idx="206">
                  <c:v>0.53749999999999998</c:v>
                </c:pt>
                <c:pt idx="207">
                  <c:v>0.55469999999999997</c:v>
                </c:pt>
                <c:pt idx="208">
                  <c:v>0.57189999999999996</c:v>
                </c:pt>
                <c:pt idx="209">
                  <c:v>0.58919999999999995</c:v>
                </c:pt>
                <c:pt idx="210">
                  <c:v>0.60650000000000004</c:v>
                </c:pt>
                <c:pt idx="211">
                  <c:v>0.62390000000000001</c:v>
                </c:pt>
                <c:pt idx="212">
                  <c:v>0.64119999999999999</c:v>
                </c:pt>
                <c:pt idx="213">
                  <c:v>0.65839999999999999</c:v>
                </c:pt>
                <c:pt idx="214">
                  <c:v>0.67549999999999999</c:v>
                </c:pt>
                <c:pt idx="215">
                  <c:v>0.69259999999999999</c:v>
                </c:pt>
                <c:pt idx="216">
                  <c:v>0.70940000000000003</c:v>
                </c:pt>
                <c:pt idx="217">
                  <c:v>0.72609999999999997</c:v>
                </c:pt>
                <c:pt idx="218">
                  <c:v>0.74260000000000004</c:v>
                </c:pt>
                <c:pt idx="219">
                  <c:v>0.75890000000000002</c:v>
                </c:pt>
                <c:pt idx="296">
                  <c:v>0.34589999999999999</c:v>
                </c:pt>
                <c:pt idx="297">
                  <c:v>0.33169999999999999</c:v>
                </c:pt>
                <c:pt idx="298">
                  <c:v>0.31769999999999998</c:v>
                </c:pt>
                <c:pt idx="299">
                  <c:v>0.30420000000000003</c:v>
                </c:pt>
                <c:pt idx="300">
                  <c:v>0.29089999999999999</c:v>
                </c:pt>
                <c:pt idx="301">
                  <c:v>0.27800000000000002</c:v>
                </c:pt>
                <c:pt idx="302">
                  <c:v>0.26550000000000001</c:v>
                </c:pt>
                <c:pt idx="303">
                  <c:v>0.25330000000000003</c:v>
                </c:pt>
                <c:pt idx="304">
                  <c:v>0.24149999999999999</c:v>
                </c:pt>
                <c:pt idx="305">
                  <c:v>0.2301</c:v>
                </c:pt>
                <c:pt idx="306">
                  <c:v>0.219</c:v>
                </c:pt>
                <c:pt idx="307">
                  <c:v>0.20830000000000001</c:v>
                </c:pt>
                <c:pt idx="308">
                  <c:v>0.19789999999999999</c:v>
                </c:pt>
                <c:pt idx="309">
                  <c:v>0.18790000000000001</c:v>
                </c:pt>
                <c:pt idx="310">
                  <c:v>0.17829999999999999</c:v>
                </c:pt>
                <c:pt idx="311">
                  <c:v>0.16900000000000001</c:v>
                </c:pt>
                <c:pt idx="312">
                  <c:v>0.16009999999999999</c:v>
                </c:pt>
                <c:pt idx="313">
                  <c:v>0.1515</c:v>
                </c:pt>
                <c:pt idx="314">
                  <c:v>0.14319999999999999</c:v>
                </c:pt>
                <c:pt idx="315">
                  <c:v>0.1353</c:v>
                </c:pt>
                <c:pt idx="316">
                  <c:v>0.1278</c:v>
                </c:pt>
                <c:pt idx="317">
                  <c:v>0.1205</c:v>
                </c:pt>
                <c:pt idx="318">
                  <c:v>0.11360000000000001</c:v>
                </c:pt>
                <c:pt idx="319">
                  <c:v>0.107</c:v>
                </c:pt>
                <c:pt idx="320">
                  <c:v>0.1007</c:v>
                </c:pt>
                <c:pt idx="321">
                  <c:v>9.4700000000000006E-2</c:v>
                </c:pt>
                <c:pt idx="322">
                  <c:v>8.8900000000000007E-2</c:v>
                </c:pt>
                <c:pt idx="323">
                  <c:v>8.3500000000000005E-2</c:v>
                </c:pt>
                <c:pt idx="324">
                  <c:v>7.8299999999999995E-2</c:v>
                </c:pt>
                <c:pt idx="325">
                  <c:v>7.3400000000000007E-2</c:v>
                </c:pt>
                <c:pt idx="326">
                  <c:v>6.8699999999999997E-2</c:v>
                </c:pt>
                <c:pt idx="327">
                  <c:v>6.4299999999999996E-2</c:v>
                </c:pt>
                <c:pt idx="328">
                  <c:v>6.0100000000000001E-2</c:v>
                </c:pt>
                <c:pt idx="329">
                  <c:v>5.6099999999999997E-2</c:v>
                </c:pt>
                <c:pt idx="330">
                  <c:v>5.2400000000000002E-2</c:v>
                </c:pt>
                <c:pt idx="331">
                  <c:v>4.8899999999999999E-2</c:v>
                </c:pt>
                <c:pt idx="332">
                  <c:v>4.5499999999999999E-2</c:v>
                </c:pt>
                <c:pt idx="333">
                  <c:v>4.24E-2</c:v>
                </c:pt>
                <c:pt idx="334">
                  <c:v>3.9399999999999998E-2</c:v>
                </c:pt>
                <c:pt idx="335">
                  <c:v>3.6700000000000003E-2</c:v>
                </c:pt>
                <c:pt idx="336">
                  <c:v>3.4000000000000002E-2</c:v>
                </c:pt>
                <c:pt idx="337">
                  <c:v>3.1600000000000003E-2</c:v>
                </c:pt>
                <c:pt idx="338">
                  <c:v>2.93E-2</c:v>
                </c:pt>
                <c:pt idx="339">
                  <c:v>2.7099999999999999E-2</c:v>
                </c:pt>
                <c:pt idx="340">
                  <c:v>2.5100000000000001E-2</c:v>
                </c:pt>
                <c:pt idx="341">
                  <c:v>2.3199999999999998E-2</c:v>
                </c:pt>
                <c:pt idx="342">
                  <c:v>2.1499999999999998E-2</c:v>
                </c:pt>
                <c:pt idx="343">
                  <c:v>1.9800000000000002E-2</c:v>
                </c:pt>
                <c:pt idx="344">
                  <c:v>1.83E-2</c:v>
                </c:pt>
                <c:pt idx="345">
                  <c:v>1.6899999999999998E-2</c:v>
                </c:pt>
                <c:pt idx="346">
                  <c:v>1.5599999999999999E-2</c:v>
                </c:pt>
                <c:pt idx="347">
                  <c:v>1.43E-2</c:v>
                </c:pt>
                <c:pt idx="348">
                  <c:v>1.32E-2</c:v>
                </c:pt>
                <c:pt idx="349">
                  <c:v>1.21E-2</c:v>
                </c:pt>
                <c:pt idx="350">
                  <c:v>1.11E-2</c:v>
                </c:pt>
                <c:pt idx="351">
                  <c:v>1.0200000000000001E-2</c:v>
                </c:pt>
                <c:pt idx="352">
                  <c:v>9.2999999999999992E-3</c:v>
                </c:pt>
                <c:pt idx="353">
                  <c:v>8.6E-3</c:v>
                </c:pt>
                <c:pt idx="354">
                  <c:v>7.7999999999999996E-3</c:v>
                </c:pt>
                <c:pt idx="355">
                  <c:v>7.1999999999999998E-3</c:v>
                </c:pt>
                <c:pt idx="356">
                  <c:v>6.4999999999999997E-3</c:v>
                </c:pt>
                <c:pt idx="357">
                  <c:v>6.0000000000000001E-3</c:v>
                </c:pt>
                <c:pt idx="358">
                  <c:v>5.4999999999999997E-3</c:v>
                </c:pt>
                <c:pt idx="359">
                  <c:v>5.0000000000000001E-3</c:v>
                </c:pt>
                <c:pt idx="360">
                  <c:v>4.4999999999999997E-3</c:v>
                </c:pt>
                <c:pt idx="361">
                  <c:v>4.1000000000000003E-3</c:v>
                </c:pt>
                <c:pt idx="362">
                  <c:v>3.7000000000000002E-3</c:v>
                </c:pt>
                <c:pt idx="363">
                  <c:v>3.3999999999999998E-3</c:v>
                </c:pt>
                <c:pt idx="364">
                  <c:v>3.0999999999999999E-3</c:v>
                </c:pt>
                <c:pt idx="365">
                  <c:v>2.8E-3</c:v>
                </c:pt>
                <c:pt idx="366">
                  <c:v>2.5000000000000001E-3</c:v>
                </c:pt>
                <c:pt idx="367">
                  <c:v>2.3E-3</c:v>
                </c:pt>
                <c:pt idx="368">
                  <c:v>2.0999999999999999E-3</c:v>
                </c:pt>
                <c:pt idx="369">
                  <c:v>1.9E-3</c:v>
                </c:pt>
                <c:pt idx="370">
                  <c:v>1.6999999999999999E-3</c:v>
                </c:pt>
                <c:pt idx="371">
                  <c:v>1.5E-3</c:v>
                </c:pt>
                <c:pt idx="372">
                  <c:v>1.4E-3</c:v>
                </c:pt>
                <c:pt idx="373">
                  <c:v>1.1999999999999999E-3</c:v>
                </c:pt>
                <c:pt idx="374">
                  <c:v>1.1000000000000001E-3</c:v>
                </c:pt>
                <c:pt idx="375">
                  <c:v>1E-3</c:v>
                </c:pt>
                <c:pt idx="376">
                  <c:v>8.9999999999999998E-4</c:v>
                </c:pt>
                <c:pt idx="377">
                  <c:v>8.0000000000000004E-4</c:v>
                </c:pt>
                <c:pt idx="378">
                  <c:v>6.9999999999999999E-4</c:v>
                </c:pt>
                <c:pt idx="379">
                  <c:v>6.9999999999999999E-4</c:v>
                </c:pt>
                <c:pt idx="380">
                  <c:v>5.9999999999999995E-4</c:v>
                </c:pt>
                <c:pt idx="381">
                  <c:v>5.0000000000000001E-4</c:v>
                </c:pt>
                <c:pt idx="382">
                  <c:v>5.0000000000000001E-4</c:v>
                </c:pt>
                <c:pt idx="383">
                  <c:v>4.0000000000000002E-4</c:v>
                </c:pt>
                <c:pt idx="384">
                  <c:v>4.0000000000000002E-4</c:v>
                </c:pt>
                <c:pt idx="385">
                  <c:v>2.9999999999999997E-4</c:v>
                </c:pt>
                <c:pt idx="386">
                  <c:v>2.9999999999999997E-4</c:v>
                </c:pt>
                <c:pt idx="387">
                  <c:v>2.9999999999999997E-4</c:v>
                </c:pt>
                <c:pt idx="388">
                  <c:v>2.0000000000000001E-4</c:v>
                </c:pt>
                <c:pt idx="389">
                  <c:v>2.0000000000000001E-4</c:v>
                </c:pt>
                <c:pt idx="390">
                  <c:v>2.0000000000000001E-4</c:v>
                </c:pt>
                <c:pt idx="391">
                  <c:v>2.0000000000000001E-4</c:v>
                </c:pt>
                <c:pt idx="392">
                  <c:v>1E-4</c:v>
                </c:pt>
                <c:pt idx="393">
                  <c:v>1E-4</c:v>
                </c:pt>
                <c:pt idx="394">
                  <c:v>1E-4</c:v>
                </c:pt>
                <c:pt idx="395">
                  <c:v>1E-4</c:v>
                </c:pt>
                <c:pt idx="396">
                  <c:v>1E-4</c:v>
                </c:pt>
                <c:pt idx="397">
                  <c:v>1E-4</c:v>
                </c:pt>
                <c:pt idx="398">
                  <c:v>1E-4</c:v>
                </c:pt>
                <c:pt idx="399">
                  <c:v>1E-4</c:v>
                </c:pt>
                <c:pt idx="400">
                  <c:v>1E-4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2FE9-4B1D-A75B-D76056044CAD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tempête 6</c:v>
                </c:pt>
              </c:strCache>
            </c:strRef>
          </c:tx>
          <c:spPr>
            <a:ln w="19050" cap="flat">
              <a:solidFill>
                <a:srgbClr val="A9C6E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Sheet1!$A$2:$A$502</c:f>
              <c:numCache>
                <c:formatCode>General</c:formatCode>
                <c:ptCount val="5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0.28000000000000003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0.56000000000000005</c:v>
                </c:pt>
                <c:pt idx="29">
                  <c:v>0.57999999999999996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  <c:pt idx="51">
                  <c:v>1.02</c:v>
                </c:pt>
                <c:pt idx="52">
                  <c:v>1.04</c:v>
                </c:pt>
                <c:pt idx="53">
                  <c:v>1.06</c:v>
                </c:pt>
                <c:pt idx="54">
                  <c:v>1.08</c:v>
                </c:pt>
                <c:pt idx="55">
                  <c:v>1.1000000000000001</c:v>
                </c:pt>
                <c:pt idx="56">
                  <c:v>1.1200000000000001</c:v>
                </c:pt>
                <c:pt idx="57">
                  <c:v>1.1399999999999999</c:v>
                </c:pt>
                <c:pt idx="58">
                  <c:v>1.1599999999999999</c:v>
                </c:pt>
                <c:pt idx="59">
                  <c:v>1.18</c:v>
                </c:pt>
                <c:pt idx="60">
                  <c:v>1.2</c:v>
                </c:pt>
                <c:pt idx="61">
                  <c:v>1.22</c:v>
                </c:pt>
                <c:pt idx="62">
                  <c:v>1.24</c:v>
                </c:pt>
                <c:pt idx="63">
                  <c:v>1.26</c:v>
                </c:pt>
                <c:pt idx="64">
                  <c:v>1.28</c:v>
                </c:pt>
                <c:pt idx="65">
                  <c:v>1.3</c:v>
                </c:pt>
                <c:pt idx="66">
                  <c:v>1.32</c:v>
                </c:pt>
                <c:pt idx="67">
                  <c:v>1.34</c:v>
                </c:pt>
                <c:pt idx="68">
                  <c:v>1.36</c:v>
                </c:pt>
                <c:pt idx="69">
                  <c:v>1.38</c:v>
                </c:pt>
                <c:pt idx="70">
                  <c:v>1.4</c:v>
                </c:pt>
                <c:pt idx="71">
                  <c:v>1.42</c:v>
                </c:pt>
                <c:pt idx="72">
                  <c:v>1.44</c:v>
                </c:pt>
                <c:pt idx="73">
                  <c:v>1.46</c:v>
                </c:pt>
                <c:pt idx="74">
                  <c:v>1.48</c:v>
                </c:pt>
                <c:pt idx="75">
                  <c:v>1.5</c:v>
                </c:pt>
                <c:pt idx="76">
                  <c:v>1.52</c:v>
                </c:pt>
                <c:pt idx="77">
                  <c:v>1.54</c:v>
                </c:pt>
                <c:pt idx="78">
                  <c:v>1.56</c:v>
                </c:pt>
                <c:pt idx="79">
                  <c:v>1.58</c:v>
                </c:pt>
                <c:pt idx="80">
                  <c:v>1.6</c:v>
                </c:pt>
                <c:pt idx="81">
                  <c:v>1.62</c:v>
                </c:pt>
                <c:pt idx="82">
                  <c:v>1.64</c:v>
                </c:pt>
                <c:pt idx="83">
                  <c:v>1.66</c:v>
                </c:pt>
                <c:pt idx="84">
                  <c:v>1.68</c:v>
                </c:pt>
                <c:pt idx="85">
                  <c:v>1.7</c:v>
                </c:pt>
                <c:pt idx="86">
                  <c:v>1.72</c:v>
                </c:pt>
                <c:pt idx="87">
                  <c:v>1.74</c:v>
                </c:pt>
                <c:pt idx="88">
                  <c:v>1.76</c:v>
                </c:pt>
                <c:pt idx="89">
                  <c:v>1.78</c:v>
                </c:pt>
                <c:pt idx="90">
                  <c:v>1.8</c:v>
                </c:pt>
                <c:pt idx="91">
                  <c:v>1.82</c:v>
                </c:pt>
                <c:pt idx="92">
                  <c:v>1.84</c:v>
                </c:pt>
                <c:pt idx="93">
                  <c:v>1.86</c:v>
                </c:pt>
                <c:pt idx="94">
                  <c:v>1.88</c:v>
                </c:pt>
                <c:pt idx="95">
                  <c:v>1.9</c:v>
                </c:pt>
                <c:pt idx="96">
                  <c:v>1.92</c:v>
                </c:pt>
                <c:pt idx="97">
                  <c:v>1.94</c:v>
                </c:pt>
                <c:pt idx="98">
                  <c:v>1.96</c:v>
                </c:pt>
                <c:pt idx="99">
                  <c:v>1.98</c:v>
                </c:pt>
                <c:pt idx="100">
                  <c:v>2</c:v>
                </c:pt>
                <c:pt idx="101">
                  <c:v>2.02</c:v>
                </c:pt>
                <c:pt idx="102">
                  <c:v>2.04</c:v>
                </c:pt>
                <c:pt idx="103">
                  <c:v>2.06</c:v>
                </c:pt>
                <c:pt idx="104">
                  <c:v>2.08</c:v>
                </c:pt>
                <c:pt idx="105">
                  <c:v>2.1</c:v>
                </c:pt>
                <c:pt idx="106">
                  <c:v>2.12</c:v>
                </c:pt>
                <c:pt idx="107">
                  <c:v>2.14</c:v>
                </c:pt>
                <c:pt idx="108">
                  <c:v>2.16</c:v>
                </c:pt>
                <c:pt idx="109">
                  <c:v>2.1800000000000002</c:v>
                </c:pt>
                <c:pt idx="110">
                  <c:v>2.2000000000000002</c:v>
                </c:pt>
                <c:pt idx="111">
                  <c:v>2.2200000000000002</c:v>
                </c:pt>
                <c:pt idx="112">
                  <c:v>2.2400000000000002</c:v>
                </c:pt>
                <c:pt idx="113">
                  <c:v>2.2599999999999998</c:v>
                </c:pt>
                <c:pt idx="114">
                  <c:v>2.2799999999999998</c:v>
                </c:pt>
                <c:pt idx="115">
                  <c:v>2.2999999999999998</c:v>
                </c:pt>
                <c:pt idx="116">
                  <c:v>2.3199999999999998</c:v>
                </c:pt>
                <c:pt idx="117">
                  <c:v>2.34</c:v>
                </c:pt>
                <c:pt idx="118">
                  <c:v>2.36</c:v>
                </c:pt>
                <c:pt idx="119">
                  <c:v>2.38</c:v>
                </c:pt>
                <c:pt idx="120">
                  <c:v>2.4</c:v>
                </c:pt>
                <c:pt idx="121">
                  <c:v>2.42</c:v>
                </c:pt>
                <c:pt idx="122">
                  <c:v>2.44</c:v>
                </c:pt>
                <c:pt idx="123">
                  <c:v>2.46</c:v>
                </c:pt>
                <c:pt idx="124">
                  <c:v>2.48</c:v>
                </c:pt>
                <c:pt idx="125">
                  <c:v>2.5</c:v>
                </c:pt>
                <c:pt idx="126">
                  <c:v>2.52</c:v>
                </c:pt>
                <c:pt idx="127">
                  <c:v>2.54</c:v>
                </c:pt>
                <c:pt idx="128">
                  <c:v>2.56</c:v>
                </c:pt>
                <c:pt idx="129">
                  <c:v>2.58</c:v>
                </c:pt>
                <c:pt idx="130">
                  <c:v>2.6</c:v>
                </c:pt>
                <c:pt idx="131">
                  <c:v>2.62</c:v>
                </c:pt>
                <c:pt idx="132">
                  <c:v>2.64</c:v>
                </c:pt>
                <c:pt idx="133">
                  <c:v>2.66</c:v>
                </c:pt>
                <c:pt idx="134">
                  <c:v>2.68</c:v>
                </c:pt>
                <c:pt idx="135">
                  <c:v>2.7</c:v>
                </c:pt>
                <c:pt idx="136">
                  <c:v>2.72</c:v>
                </c:pt>
                <c:pt idx="137">
                  <c:v>2.74</c:v>
                </c:pt>
                <c:pt idx="138">
                  <c:v>2.76</c:v>
                </c:pt>
                <c:pt idx="139">
                  <c:v>2.78</c:v>
                </c:pt>
                <c:pt idx="140">
                  <c:v>2.8</c:v>
                </c:pt>
                <c:pt idx="141">
                  <c:v>2.82</c:v>
                </c:pt>
                <c:pt idx="142">
                  <c:v>2.84</c:v>
                </c:pt>
                <c:pt idx="143">
                  <c:v>2.86</c:v>
                </c:pt>
                <c:pt idx="144">
                  <c:v>2.88</c:v>
                </c:pt>
                <c:pt idx="145">
                  <c:v>2.9</c:v>
                </c:pt>
                <c:pt idx="146">
                  <c:v>2.92</c:v>
                </c:pt>
                <c:pt idx="147">
                  <c:v>2.94</c:v>
                </c:pt>
                <c:pt idx="148">
                  <c:v>2.96</c:v>
                </c:pt>
                <c:pt idx="149">
                  <c:v>2.98</c:v>
                </c:pt>
                <c:pt idx="150">
                  <c:v>3</c:v>
                </c:pt>
                <c:pt idx="151">
                  <c:v>3.02</c:v>
                </c:pt>
                <c:pt idx="152">
                  <c:v>3.04</c:v>
                </c:pt>
                <c:pt idx="153">
                  <c:v>3.06</c:v>
                </c:pt>
                <c:pt idx="154">
                  <c:v>3.08</c:v>
                </c:pt>
                <c:pt idx="155">
                  <c:v>3.1</c:v>
                </c:pt>
                <c:pt idx="156">
                  <c:v>3.12</c:v>
                </c:pt>
                <c:pt idx="157">
                  <c:v>3.14</c:v>
                </c:pt>
                <c:pt idx="158">
                  <c:v>3.16</c:v>
                </c:pt>
                <c:pt idx="159">
                  <c:v>3.18</c:v>
                </c:pt>
                <c:pt idx="160">
                  <c:v>3.2</c:v>
                </c:pt>
                <c:pt idx="161">
                  <c:v>3.22</c:v>
                </c:pt>
                <c:pt idx="162">
                  <c:v>3.24</c:v>
                </c:pt>
                <c:pt idx="163">
                  <c:v>3.26</c:v>
                </c:pt>
                <c:pt idx="164">
                  <c:v>3.28</c:v>
                </c:pt>
                <c:pt idx="165">
                  <c:v>3.3</c:v>
                </c:pt>
                <c:pt idx="166">
                  <c:v>3.32</c:v>
                </c:pt>
                <c:pt idx="167">
                  <c:v>3.34</c:v>
                </c:pt>
                <c:pt idx="168">
                  <c:v>3.36</c:v>
                </c:pt>
                <c:pt idx="169">
                  <c:v>3.38</c:v>
                </c:pt>
                <c:pt idx="170">
                  <c:v>3.4</c:v>
                </c:pt>
                <c:pt idx="171">
                  <c:v>3.42</c:v>
                </c:pt>
                <c:pt idx="172">
                  <c:v>3.44</c:v>
                </c:pt>
                <c:pt idx="173">
                  <c:v>3.46</c:v>
                </c:pt>
                <c:pt idx="174">
                  <c:v>3.48</c:v>
                </c:pt>
                <c:pt idx="175">
                  <c:v>3.5</c:v>
                </c:pt>
                <c:pt idx="176">
                  <c:v>3.52</c:v>
                </c:pt>
                <c:pt idx="177">
                  <c:v>3.54</c:v>
                </c:pt>
                <c:pt idx="178">
                  <c:v>3.56</c:v>
                </c:pt>
                <c:pt idx="179">
                  <c:v>3.58</c:v>
                </c:pt>
                <c:pt idx="180">
                  <c:v>3.6</c:v>
                </c:pt>
                <c:pt idx="181">
                  <c:v>3.62</c:v>
                </c:pt>
                <c:pt idx="182">
                  <c:v>3.64</c:v>
                </c:pt>
                <c:pt idx="183">
                  <c:v>3.66</c:v>
                </c:pt>
                <c:pt idx="184">
                  <c:v>3.68</c:v>
                </c:pt>
                <c:pt idx="185">
                  <c:v>3.7</c:v>
                </c:pt>
                <c:pt idx="186">
                  <c:v>3.72</c:v>
                </c:pt>
                <c:pt idx="187">
                  <c:v>3.74</c:v>
                </c:pt>
                <c:pt idx="188">
                  <c:v>3.76</c:v>
                </c:pt>
                <c:pt idx="189">
                  <c:v>3.78</c:v>
                </c:pt>
                <c:pt idx="190">
                  <c:v>3.8</c:v>
                </c:pt>
                <c:pt idx="191">
                  <c:v>3.82</c:v>
                </c:pt>
                <c:pt idx="192">
                  <c:v>3.84</c:v>
                </c:pt>
                <c:pt idx="193">
                  <c:v>3.86</c:v>
                </c:pt>
                <c:pt idx="194">
                  <c:v>3.88</c:v>
                </c:pt>
                <c:pt idx="195">
                  <c:v>3.9</c:v>
                </c:pt>
                <c:pt idx="196">
                  <c:v>3.92</c:v>
                </c:pt>
                <c:pt idx="197">
                  <c:v>3.94</c:v>
                </c:pt>
                <c:pt idx="198">
                  <c:v>3.96</c:v>
                </c:pt>
                <c:pt idx="199">
                  <c:v>3.98</c:v>
                </c:pt>
                <c:pt idx="200">
                  <c:v>4</c:v>
                </c:pt>
                <c:pt idx="201">
                  <c:v>4.0199999999999996</c:v>
                </c:pt>
                <c:pt idx="202">
                  <c:v>4.04</c:v>
                </c:pt>
                <c:pt idx="203">
                  <c:v>4.0599999999999996</c:v>
                </c:pt>
                <c:pt idx="204">
                  <c:v>4.08</c:v>
                </c:pt>
                <c:pt idx="205">
                  <c:v>4.0999999999999996</c:v>
                </c:pt>
                <c:pt idx="206">
                  <c:v>4.12</c:v>
                </c:pt>
                <c:pt idx="207">
                  <c:v>4.1399999999999997</c:v>
                </c:pt>
                <c:pt idx="208">
                  <c:v>4.16</c:v>
                </c:pt>
                <c:pt idx="209">
                  <c:v>4.18</c:v>
                </c:pt>
                <c:pt idx="210">
                  <c:v>4.2</c:v>
                </c:pt>
                <c:pt idx="211">
                  <c:v>4.22</c:v>
                </c:pt>
                <c:pt idx="212">
                  <c:v>4.24</c:v>
                </c:pt>
                <c:pt idx="213">
                  <c:v>4.26</c:v>
                </c:pt>
                <c:pt idx="214">
                  <c:v>4.28</c:v>
                </c:pt>
                <c:pt idx="215">
                  <c:v>4.3</c:v>
                </c:pt>
                <c:pt idx="216">
                  <c:v>4.32</c:v>
                </c:pt>
                <c:pt idx="217">
                  <c:v>4.34</c:v>
                </c:pt>
                <c:pt idx="218">
                  <c:v>4.3600000000000003</c:v>
                </c:pt>
                <c:pt idx="219">
                  <c:v>4.38</c:v>
                </c:pt>
                <c:pt idx="220">
                  <c:v>4.4000000000000004</c:v>
                </c:pt>
                <c:pt idx="221">
                  <c:v>4.42</c:v>
                </c:pt>
                <c:pt idx="222">
                  <c:v>4.4400000000000004</c:v>
                </c:pt>
                <c:pt idx="223">
                  <c:v>4.46</c:v>
                </c:pt>
                <c:pt idx="224">
                  <c:v>4.4800000000000004</c:v>
                </c:pt>
                <c:pt idx="225">
                  <c:v>4.5</c:v>
                </c:pt>
                <c:pt idx="226">
                  <c:v>4.5199999999999996</c:v>
                </c:pt>
                <c:pt idx="227">
                  <c:v>4.54</c:v>
                </c:pt>
                <c:pt idx="228">
                  <c:v>4.5599999999999996</c:v>
                </c:pt>
                <c:pt idx="229">
                  <c:v>4.58</c:v>
                </c:pt>
                <c:pt idx="230">
                  <c:v>4.5999999999999996</c:v>
                </c:pt>
                <c:pt idx="231">
                  <c:v>4.62</c:v>
                </c:pt>
                <c:pt idx="232">
                  <c:v>4.6399999999999997</c:v>
                </c:pt>
                <c:pt idx="233">
                  <c:v>4.66</c:v>
                </c:pt>
                <c:pt idx="234">
                  <c:v>4.68</c:v>
                </c:pt>
                <c:pt idx="235">
                  <c:v>4.7</c:v>
                </c:pt>
                <c:pt idx="236">
                  <c:v>4.72</c:v>
                </c:pt>
                <c:pt idx="237">
                  <c:v>4.74</c:v>
                </c:pt>
                <c:pt idx="238">
                  <c:v>4.76</c:v>
                </c:pt>
                <c:pt idx="239">
                  <c:v>4.78</c:v>
                </c:pt>
                <c:pt idx="240">
                  <c:v>4.8</c:v>
                </c:pt>
                <c:pt idx="241">
                  <c:v>4.82</c:v>
                </c:pt>
                <c:pt idx="242">
                  <c:v>4.84</c:v>
                </c:pt>
                <c:pt idx="243">
                  <c:v>4.8600000000000003</c:v>
                </c:pt>
                <c:pt idx="244">
                  <c:v>4.88</c:v>
                </c:pt>
                <c:pt idx="245">
                  <c:v>4.9000000000000004</c:v>
                </c:pt>
                <c:pt idx="246">
                  <c:v>4.92</c:v>
                </c:pt>
                <c:pt idx="247">
                  <c:v>4.9400000000000004</c:v>
                </c:pt>
                <c:pt idx="248">
                  <c:v>4.96</c:v>
                </c:pt>
                <c:pt idx="249">
                  <c:v>4.9800000000000004</c:v>
                </c:pt>
                <c:pt idx="250">
                  <c:v>5</c:v>
                </c:pt>
                <c:pt idx="251">
                  <c:v>5.0199999999999996</c:v>
                </c:pt>
                <c:pt idx="252">
                  <c:v>5.04</c:v>
                </c:pt>
                <c:pt idx="253">
                  <c:v>5.0599999999999996</c:v>
                </c:pt>
                <c:pt idx="254">
                  <c:v>5.08</c:v>
                </c:pt>
                <c:pt idx="255">
                  <c:v>5.0999999999999996</c:v>
                </c:pt>
                <c:pt idx="256">
                  <c:v>5.12</c:v>
                </c:pt>
                <c:pt idx="257">
                  <c:v>5.14</c:v>
                </c:pt>
                <c:pt idx="258">
                  <c:v>5.16</c:v>
                </c:pt>
                <c:pt idx="259">
                  <c:v>5.18</c:v>
                </c:pt>
                <c:pt idx="260">
                  <c:v>5.2</c:v>
                </c:pt>
                <c:pt idx="261">
                  <c:v>5.22</c:v>
                </c:pt>
                <c:pt idx="262">
                  <c:v>5.24</c:v>
                </c:pt>
                <c:pt idx="263">
                  <c:v>5.26</c:v>
                </c:pt>
                <c:pt idx="264">
                  <c:v>5.28</c:v>
                </c:pt>
                <c:pt idx="265">
                  <c:v>5.3</c:v>
                </c:pt>
                <c:pt idx="266">
                  <c:v>5.32</c:v>
                </c:pt>
                <c:pt idx="267">
                  <c:v>5.34</c:v>
                </c:pt>
                <c:pt idx="268">
                  <c:v>5.36</c:v>
                </c:pt>
                <c:pt idx="269">
                  <c:v>5.38</c:v>
                </c:pt>
                <c:pt idx="270">
                  <c:v>5.4</c:v>
                </c:pt>
                <c:pt idx="271">
                  <c:v>5.42</c:v>
                </c:pt>
                <c:pt idx="272">
                  <c:v>5.44</c:v>
                </c:pt>
                <c:pt idx="273">
                  <c:v>5.46</c:v>
                </c:pt>
                <c:pt idx="274">
                  <c:v>5.48</c:v>
                </c:pt>
                <c:pt idx="275">
                  <c:v>5.5</c:v>
                </c:pt>
                <c:pt idx="276">
                  <c:v>5.52</c:v>
                </c:pt>
                <c:pt idx="277">
                  <c:v>5.54</c:v>
                </c:pt>
                <c:pt idx="278">
                  <c:v>5.56</c:v>
                </c:pt>
                <c:pt idx="279">
                  <c:v>5.58</c:v>
                </c:pt>
                <c:pt idx="280">
                  <c:v>5.6</c:v>
                </c:pt>
                <c:pt idx="281">
                  <c:v>5.62</c:v>
                </c:pt>
                <c:pt idx="282">
                  <c:v>5.64</c:v>
                </c:pt>
                <c:pt idx="283">
                  <c:v>5.66</c:v>
                </c:pt>
                <c:pt idx="284">
                  <c:v>5.68</c:v>
                </c:pt>
                <c:pt idx="285">
                  <c:v>5.7</c:v>
                </c:pt>
                <c:pt idx="286">
                  <c:v>5.72</c:v>
                </c:pt>
                <c:pt idx="287">
                  <c:v>5.74</c:v>
                </c:pt>
                <c:pt idx="288">
                  <c:v>5.76</c:v>
                </c:pt>
                <c:pt idx="289">
                  <c:v>5.78</c:v>
                </c:pt>
                <c:pt idx="290">
                  <c:v>5.8</c:v>
                </c:pt>
                <c:pt idx="291">
                  <c:v>5.82</c:v>
                </c:pt>
                <c:pt idx="292">
                  <c:v>5.84</c:v>
                </c:pt>
                <c:pt idx="293">
                  <c:v>5.86</c:v>
                </c:pt>
                <c:pt idx="294">
                  <c:v>5.88</c:v>
                </c:pt>
                <c:pt idx="295">
                  <c:v>5.9</c:v>
                </c:pt>
                <c:pt idx="296">
                  <c:v>5.92</c:v>
                </c:pt>
                <c:pt idx="297">
                  <c:v>5.94</c:v>
                </c:pt>
                <c:pt idx="298">
                  <c:v>5.96</c:v>
                </c:pt>
                <c:pt idx="299">
                  <c:v>5.98</c:v>
                </c:pt>
                <c:pt idx="300">
                  <c:v>6</c:v>
                </c:pt>
                <c:pt idx="301">
                  <c:v>6.02</c:v>
                </c:pt>
                <c:pt idx="302">
                  <c:v>6.04</c:v>
                </c:pt>
                <c:pt idx="303">
                  <c:v>6.06</c:v>
                </c:pt>
                <c:pt idx="304">
                  <c:v>6.08</c:v>
                </c:pt>
                <c:pt idx="305">
                  <c:v>6.1</c:v>
                </c:pt>
                <c:pt idx="306">
                  <c:v>6.12</c:v>
                </c:pt>
                <c:pt idx="307">
                  <c:v>6.14</c:v>
                </c:pt>
                <c:pt idx="308">
                  <c:v>6.16</c:v>
                </c:pt>
                <c:pt idx="309">
                  <c:v>6.18</c:v>
                </c:pt>
                <c:pt idx="310">
                  <c:v>6.2</c:v>
                </c:pt>
                <c:pt idx="311">
                  <c:v>6.22</c:v>
                </c:pt>
                <c:pt idx="312">
                  <c:v>6.24</c:v>
                </c:pt>
                <c:pt idx="313">
                  <c:v>6.26</c:v>
                </c:pt>
                <c:pt idx="314">
                  <c:v>6.28</c:v>
                </c:pt>
                <c:pt idx="315">
                  <c:v>6.3</c:v>
                </c:pt>
                <c:pt idx="316">
                  <c:v>6.32</c:v>
                </c:pt>
                <c:pt idx="317">
                  <c:v>6.34</c:v>
                </c:pt>
                <c:pt idx="318">
                  <c:v>6.36</c:v>
                </c:pt>
                <c:pt idx="319">
                  <c:v>6.38</c:v>
                </c:pt>
                <c:pt idx="320">
                  <c:v>6.4</c:v>
                </c:pt>
                <c:pt idx="321">
                  <c:v>6.42</c:v>
                </c:pt>
                <c:pt idx="322">
                  <c:v>6.44</c:v>
                </c:pt>
                <c:pt idx="323">
                  <c:v>6.46</c:v>
                </c:pt>
                <c:pt idx="324">
                  <c:v>6.48</c:v>
                </c:pt>
                <c:pt idx="325">
                  <c:v>6.5</c:v>
                </c:pt>
                <c:pt idx="326">
                  <c:v>6.52</c:v>
                </c:pt>
                <c:pt idx="327">
                  <c:v>6.54</c:v>
                </c:pt>
                <c:pt idx="328">
                  <c:v>6.56</c:v>
                </c:pt>
                <c:pt idx="329">
                  <c:v>6.58</c:v>
                </c:pt>
                <c:pt idx="330">
                  <c:v>6.6</c:v>
                </c:pt>
                <c:pt idx="331">
                  <c:v>6.62</c:v>
                </c:pt>
                <c:pt idx="332">
                  <c:v>6.64</c:v>
                </c:pt>
                <c:pt idx="333">
                  <c:v>6.66</c:v>
                </c:pt>
                <c:pt idx="334">
                  <c:v>6.68</c:v>
                </c:pt>
                <c:pt idx="335">
                  <c:v>6.7</c:v>
                </c:pt>
                <c:pt idx="336">
                  <c:v>6.72</c:v>
                </c:pt>
                <c:pt idx="337">
                  <c:v>6.74</c:v>
                </c:pt>
                <c:pt idx="338">
                  <c:v>6.76</c:v>
                </c:pt>
                <c:pt idx="339">
                  <c:v>6.78</c:v>
                </c:pt>
                <c:pt idx="340">
                  <c:v>6.8</c:v>
                </c:pt>
                <c:pt idx="341">
                  <c:v>6.82</c:v>
                </c:pt>
                <c:pt idx="342">
                  <c:v>6.84</c:v>
                </c:pt>
                <c:pt idx="343">
                  <c:v>6.86</c:v>
                </c:pt>
                <c:pt idx="344">
                  <c:v>6.88</c:v>
                </c:pt>
                <c:pt idx="345">
                  <c:v>6.9</c:v>
                </c:pt>
                <c:pt idx="346">
                  <c:v>6.92</c:v>
                </c:pt>
                <c:pt idx="347">
                  <c:v>6.94</c:v>
                </c:pt>
                <c:pt idx="348">
                  <c:v>6.96</c:v>
                </c:pt>
                <c:pt idx="349">
                  <c:v>6.98</c:v>
                </c:pt>
                <c:pt idx="350">
                  <c:v>7</c:v>
                </c:pt>
                <c:pt idx="351">
                  <c:v>7.02</c:v>
                </c:pt>
                <c:pt idx="352">
                  <c:v>7.04</c:v>
                </c:pt>
                <c:pt idx="353">
                  <c:v>7.06</c:v>
                </c:pt>
                <c:pt idx="354">
                  <c:v>7.08</c:v>
                </c:pt>
                <c:pt idx="355">
                  <c:v>7.1</c:v>
                </c:pt>
                <c:pt idx="356">
                  <c:v>7.12</c:v>
                </c:pt>
                <c:pt idx="357">
                  <c:v>7.14</c:v>
                </c:pt>
                <c:pt idx="358">
                  <c:v>7.16</c:v>
                </c:pt>
                <c:pt idx="359">
                  <c:v>7.18</c:v>
                </c:pt>
                <c:pt idx="360">
                  <c:v>7.2</c:v>
                </c:pt>
                <c:pt idx="361">
                  <c:v>7.22</c:v>
                </c:pt>
                <c:pt idx="362">
                  <c:v>7.24</c:v>
                </c:pt>
                <c:pt idx="363">
                  <c:v>7.26</c:v>
                </c:pt>
                <c:pt idx="364">
                  <c:v>7.28</c:v>
                </c:pt>
                <c:pt idx="365">
                  <c:v>7.3</c:v>
                </c:pt>
                <c:pt idx="366">
                  <c:v>7.32</c:v>
                </c:pt>
                <c:pt idx="367">
                  <c:v>7.34</c:v>
                </c:pt>
                <c:pt idx="368">
                  <c:v>7.36</c:v>
                </c:pt>
                <c:pt idx="369">
                  <c:v>7.38</c:v>
                </c:pt>
                <c:pt idx="370">
                  <c:v>7.4</c:v>
                </c:pt>
                <c:pt idx="371">
                  <c:v>7.42</c:v>
                </c:pt>
                <c:pt idx="372">
                  <c:v>7.44</c:v>
                </c:pt>
                <c:pt idx="373">
                  <c:v>7.46</c:v>
                </c:pt>
                <c:pt idx="374">
                  <c:v>7.48</c:v>
                </c:pt>
                <c:pt idx="375">
                  <c:v>7.5</c:v>
                </c:pt>
                <c:pt idx="376">
                  <c:v>7.52</c:v>
                </c:pt>
                <c:pt idx="377">
                  <c:v>7.54</c:v>
                </c:pt>
                <c:pt idx="378">
                  <c:v>7.56</c:v>
                </c:pt>
                <c:pt idx="379">
                  <c:v>7.58</c:v>
                </c:pt>
                <c:pt idx="380">
                  <c:v>7.6</c:v>
                </c:pt>
                <c:pt idx="381">
                  <c:v>7.62</c:v>
                </c:pt>
                <c:pt idx="382">
                  <c:v>7.64</c:v>
                </c:pt>
                <c:pt idx="383">
                  <c:v>7.66</c:v>
                </c:pt>
                <c:pt idx="384">
                  <c:v>7.68</c:v>
                </c:pt>
                <c:pt idx="385">
                  <c:v>7.7</c:v>
                </c:pt>
                <c:pt idx="386">
                  <c:v>7.72</c:v>
                </c:pt>
                <c:pt idx="387">
                  <c:v>7.74</c:v>
                </c:pt>
                <c:pt idx="388">
                  <c:v>7.76</c:v>
                </c:pt>
                <c:pt idx="389">
                  <c:v>7.78</c:v>
                </c:pt>
                <c:pt idx="390">
                  <c:v>7.8</c:v>
                </c:pt>
                <c:pt idx="391">
                  <c:v>7.82</c:v>
                </c:pt>
                <c:pt idx="392">
                  <c:v>7.84</c:v>
                </c:pt>
                <c:pt idx="393">
                  <c:v>7.86</c:v>
                </c:pt>
                <c:pt idx="394">
                  <c:v>7.88</c:v>
                </c:pt>
                <c:pt idx="395">
                  <c:v>7.9</c:v>
                </c:pt>
                <c:pt idx="396">
                  <c:v>7.92</c:v>
                </c:pt>
                <c:pt idx="397">
                  <c:v>7.94</c:v>
                </c:pt>
                <c:pt idx="398">
                  <c:v>7.96</c:v>
                </c:pt>
                <c:pt idx="399">
                  <c:v>7.98</c:v>
                </c:pt>
                <c:pt idx="400">
                  <c:v>8</c:v>
                </c:pt>
                <c:pt idx="401">
                  <c:v>8.02</c:v>
                </c:pt>
                <c:pt idx="402">
                  <c:v>8.0399999999999991</c:v>
                </c:pt>
                <c:pt idx="403">
                  <c:v>8.06</c:v>
                </c:pt>
                <c:pt idx="404">
                  <c:v>8.08</c:v>
                </c:pt>
                <c:pt idx="405">
                  <c:v>8.1</c:v>
                </c:pt>
                <c:pt idx="406">
                  <c:v>8.1199999999999992</c:v>
                </c:pt>
                <c:pt idx="407">
                  <c:v>8.14</c:v>
                </c:pt>
                <c:pt idx="408">
                  <c:v>8.16</c:v>
                </c:pt>
                <c:pt idx="409">
                  <c:v>8.18</c:v>
                </c:pt>
                <c:pt idx="410">
                  <c:v>8.1999999999999993</c:v>
                </c:pt>
                <c:pt idx="411">
                  <c:v>8.2200000000000006</c:v>
                </c:pt>
                <c:pt idx="412">
                  <c:v>8.24</c:v>
                </c:pt>
                <c:pt idx="413">
                  <c:v>8.26</c:v>
                </c:pt>
                <c:pt idx="414">
                  <c:v>8.2799999999999994</c:v>
                </c:pt>
                <c:pt idx="415">
                  <c:v>8.3000000000000007</c:v>
                </c:pt>
                <c:pt idx="416">
                  <c:v>8.32</c:v>
                </c:pt>
                <c:pt idx="417">
                  <c:v>8.34</c:v>
                </c:pt>
                <c:pt idx="418">
                  <c:v>8.36</c:v>
                </c:pt>
                <c:pt idx="419">
                  <c:v>8.3800000000000008</c:v>
                </c:pt>
                <c:pt idx="420">
                  <c:v>8.4</c:v>
                </c:pt>
                <c:pt idx="421">
                  <c:v>8.42</c:v>
                </c:pt>
                <c:pt idx="422">
                  <c:v>8.44</c:v>
                </c:pt>
                <c:pt idx="423">
                  <c:v>8.4600000000000009</c:v>
                </c:pt>
                <c:pt idx="424">
                  <c:v>8.48</c:v>
                </c:pt>
                <c:pt idx="425">
                  <c:v>8.5</c:v>
                </c:pt>
                <c:pt idx="426">
                  <c:v>8.52</c:v>
                </c:pt>
                <c:pt idx="427">
                  <c:v>8.5399999999999991</c:v>
                </c:pt>
                <c:pt idx="428">
                  <c:v>8.56</c:v>
                </c:pt>
                <c:pt idx="429">
                  <c:v>8.58</c:v>
                </c:pt>
                <c:pt idx="430">
                  <c:v>8.6</c:v>
                </c:pt>
                <c:pt idx="431">
                  <c:v>8.6199999999999992</c:v>
                </c:pt>
                <c:pt idx="432">
                  <c:v>8.64</c:v>
                </c:pt>
                <c:pt idx="433">
                  <c:v>8.66</c:v>
                </c:pt>
                <c:pt idx="434">
                  <c:v>8.68</c:v>
                </c:pt>
                <c:pt idx="435">
                  <c:v>8.6999999999999993</c:v>
                </c:pt>
                <c:pt idx="436">
                  <c:v>8.7200000000000006</c:v>
                </c:pt>
                <c:pt idx="437">
                  <c:v>8.74</c:v>
                </c:pt>
                <c:pt idx="438">
                  <c:v>8.76</c:v>
                </c:pt>
                <c:pt idx="439">
                  <c:v>8.7799999999999994</c:v>
                </c:pt>
                <c:pt idx="440">
                  <c:v>8.8000000000000007</c:v>
                </c:pt>
                <c:pt idx="441">
                  <c:v>8.82</c:v>
                </c:pt>
                <c:pt idx="442">
                  <c:v>8.84</c:v>
                </c:pt>
                <c:pt idx="443">
                  <c:v>8.86</c:v>
                </c:pt>
                <c:pt idx="444">
                  <c:v>8.8800000000000008</c:v>
                </c:pt>
                <c:pt idx="445">
                  <c:v>8.9</c:v>
                </c:pt>
                <c:pt idx="446">
                  <c:v>8.92</c:v>
                </c:pt>
                <c:pt idx="447">
                  <c:v>8.94</c:v>
                </c:pt>
                <c:pt idx="448">
                  <c:v>8.9600000000000009</c:v>
                </c:pt>
                <c:pt idx="449">
                  <c:v>8.98</c:v>
                </c:pt>
                <c:pt idx="450">
                  <c:v>9</c:v>
                </c:pt>
                <c:pt idx="451">
                  <c:v>9.02</c:v>
                </c:pt>
                <c:pt idx="452">
                  <c:v>9.0399999999999991</c:v>
                </c:pt>
                <c:pt idx="453">
                  <c:v>9.06</c:v>
                </c:pt>
                <c:pt idx="454">
                  <c:v>9.08</c:v>
                </c:pt>
                <c:pt idx="455">
                  <c:v>9.1</c:v>
                </c:pt>
                <c:pt idx="456">
                  <c:v>9.1199999999999992</c:v>
                </c:pt>
                <c:pt idx="457">
                  <c:v>9.14</c:v>
                </c:pt>
                <c:pt idx="458">
                  <c:v>9.16</c:v>
                </c:pt>
                <c:pt idx="459">
                  <c:v>9.18</c:v>
                </c:pt>
                <c:pt idx="460">
                  <c:v>9.1999999999999993</c:v>
                </c:pt>
                <c:pt idx="461">
                  <c:v>9.2200000000000006</c:v>
                </c:pt>
                <c:pt idx="462">
                  <c:v>9.24</c:v>
                </c:pt>
                <c:pt idx="463">
                  <c:v>9.26</c:v>
                </c:pt>
                <c:pt idx="464">
                  <c:v>9.2799999999999994</c:v>
                </c:pt>
                <c:pt idx="465">
                  <c:v>9.3000000000000007</c:v>
                </c:pt>
                <c:pt idx="466">
                  <c:v>9.32</c:v>
                </c:pt>
                <c:pt idx="467">
                  <c:v>9.34</c:v>
                </c:pt>
                <c:pt idx="468">
                  <c:v>9.36</c:v>
                </c:pt>
                <c:pt idx="469">
                  <c:v>9.3800000000000008</c:v>
                </c:pt>
                <c:pt idx="470">
                  <c:v>9.4</c:v>
                </c:pt>
                <c:pt idx="471">
                  <c:v>9.42</c:v>
                </c:pt>
                <c:pt idx="472">
                  <c:v>9.44</c:v>
                </c:pt>
                <c:pt idx="473">
                  <c:v>9.4600000000000009</c:v>
                </c:pt>
                <c:pt idx="474">
                  <c:v>9.48</c:v>
                </c:pt>
                <c:pt idx="475">
                  <c:v>9.5</c:v>
                </c:pt>
                <c:pt idx="476">
                  <c:v>9.52</c:v>
                </c:pt>
                <c:pt idx="477">
                  <c:v>9.5399999999999991</c:v>
                </c:pt>
                <c:pt idx="478">
                  <c:v>9.56</c:v>
                </c:pt>
                <c:pt idx="479">
                  <c:v>9.58</c:v>
                </c:pt>
                <c:pt idx="480">
                  <c:v>9.6</c:v>
                </c:pt>
                <c:pt idx="481">
                  <c:v>9.6199999999999992</c:v>
                </c:pt>
                <c:pt idx="482">
                  <c:v>9.64</c:v>
                </c:pt>
                <c:pt idx="483">
                  <c:v>9.66</c:v>
                </c:pt>
                <c:pt idx="484">
                  <c:v>9.68</c:v>
                </c:pt>
                <c:pt idx="485">
                  <c:v>9.6999999999999993</c:v>
                </c:pt>
                <c:pt idx="486">
                  <c:v>9.7200000000000006</c:v>
                </c:pt>
                <c:pt idx="487">
                  <c:v>9.74</c:v>
                </c:pt>
                <c:pt idx="488">
                  <c:v>9.76</c:v>
                </c:pt>
                <c:pt idx="489">
                  <c:v>9.7799999999999994</c:v>
                </c:pt>
                <c:pt idx="490">
                  <c:v>9.8000000000000007</c:v>
                </c:pt>
                <c:pt idx="491">
                  <c:v>9.82</c:v>
                </c:pt>
                <c:pt idx="492">
                  <c:v>9.84</c:v>
                </c:pt>
                <c:pt idx="493">
                  <c:v>9.86</c:v>
                </c:pt>
                <c:pt idx="494">
                  <c:v>9.8800000000000008</c:v>
                </c:pt>
                <c:pt idx="495">
                  <c:v>9.9</c:v>
                </c:pt>
                <c:pt idx="496">
                  <c:v>9.92</c:v>
                </c:pt>
                <c:pt idx="497">
                  <c:v>9.94</c:v>
                </c:pt>
                <c:pt idx="498">
                  <c:v>9.9600000000000009</c:v>
                </c:pt>
                <c:pt idx="499">
                  <c:v>9.98</c:v>
                </c:pt>
                <c:pt idx="500">
                  <c:v>10</c:v>
                </c:pt>
              </c:numCache>
            </c:numRef>
          </c:xVal>
          <c:yVal>
            <c:numRef>
              <c:f>Sheet1!$G$2:$G$502</c:f>
              <c:numCache>
                <c:formatCode>General</c:formatCode>
                <c:ptCount val="5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1E-4</c:v>
                </c:pt>
                <c:pt idx="172">
                  <c:v>1E-4</c:v>
                </c:pt>
                <c:pt idx="173">
                  <c:v>1E-4</c:v>
                </c:pt>
                <c:pt idx="174">
                  <c:v>1E-4</c:v>
                </c:pt>
                <c:pt idx="175">
                  <c:v>1E-4</c:v>
                </c:pt>
                <c:pt idx="176">
                  <c:v>1E-4</c:v>
                </c:pt>
                <c:pt idx="177">
                  <c:v>1E-4</c:v>
                </c:pt>
                <c:pt idx="178">
                  <c:v>1E-4</c:v>
                </c:pt>
                <c:pt idx="179">
                  <c:v>1E-4</c:v>
                </c:pt>
                <c:pt idx="180">
                  <c:v>2.0000000000000001E-4</c:v>
                </c:pt>
                <c:pt idx="181">
                  <c:v>2.0000000000000001E-4</c:v>
                </c:pt>
                <c:pt idx="182">
                  <c:v>2.0000000000000001E-4</c:v>
                </c:pt>
                <c:pt idx="183">
                  <c:v>2.0000000000000001E-4</c:v>
                </c:pt>
                <c:pt idx="184">
                  <c:v>2.0000000000000001E-4</c:v>
                </c:pt>
                <c:pt idx="185">
                  <c:v>2.9999999999999997E-4</c:v>
                </c:pt>
                <c:pt idx="186">
                  <c:v>2.9999999999999997E-4</c:v>
                </c:pt>
                <c:pt idx="187">
                  <c:v>2.9999999999999997E-4</c:v>
                </c:pt>
                <c:pt idx="188">
                  <c:v>4.0000000000000002E-4</c:v>
                </c:pt>
                <c:pt idx="189">
                  <c:v>4.0000000000000002E-4</c:v>
                </c:pt>
                <c:pt idx="190">
                  <c:v>5.0000000000000001E-4</c:v>
                </c:pt>
                <c:pt idx="191">
                  <c:v>5.0000000000000001E-4</c:v>
                </c:pt>
                <c:pt idx="192">
                  <c:v>5.9999999999999995E-4</c:v>
                </c:pt>
                <c:pt idx="193">
                  <c:v>5.9999999999999995E-4</c:v>
                </c:pt>
                <c:pt idx="194">
                  <c:v>6.9999999999999999E-4</c:v>
                </c:pt>
                <c:pt idx="195">
                  <c:v>8.0000000000000004E-4</c:v>
                </c:pt>
                <c:pt idx="196">
                  <c:v>8.0000000000000004E-4</c:v>
                </c:pt>
                <c:pt idx="197">
                  <c:v>8.9999999999999998E-4</c:v>
                </c:pt>
                <c:pt idx="198">
                  <c:v>1E-3</c:v>
                </c:pt>
                <c:pt idx="199">
                  <c:v>1.1000000000000001E-3</c:v>
                </c:pt>
                <c:pt idx="200">
                  <c:v>1.2999999999999999E-3</c:v>
                </c:pt>
                <c:pt idx="201">
                  <c:v>1.4E-3</c:v>
                </c:pt>
                <c:pt idx="202">
                  <c:v>1.5E-3</c:v>
                </c:pt>
                <c:pt idx="203">
                  <c:v>1.6999999999999999E-3</c:v>
                </c:pt>
                <c:pt idx="204">
                  <c:v>1.9E-3</c:v>
                </c:pt>
                <c:pt idx="205">
                  <c:v>2E-3</c:v>
                </c:pt>
                <c:pt idx="206">
                  <c:v>2.2000000000000001E-3</c:v>
                </c:pt>
                <c:pt idx="207">
                  <c:v>2.5000000000000001E-3</c:v>
                </c:pt>
                <c:pt idx="208">
                  <c:v>2.7000000000000001E-3</c:v>
                </c:pt>
                <c:pt idx="209">
                  <c:v>2.8999999999999998E-3</c:v>
                </c:pt>
                <c:pt idx="210">
                  <c:v>3.2000000000000002E-3</c:v>
                </c:pt>
                <c:pt idx="211">
                  <c:v>3.5000000000000001E-3</c:v>
                </c:pt>
                <c:pt idx="212">
                  <c:v>3.8999999999999998E-3</c:v>
                </c:pt>
                <c:pt idx="213">
                  <c:v>4.1999999999999997E-3</c:v>
                </c:pt>
                <c:pt idx="214">
                  <c:v>4.5999999999999999E-3</c:v>
                </c:pt>
                <c:pt idx="215">
                  <c:v>5.0000000000000001E-3</c:v>
                </c:pt>
                <c:pt idx="216">
                  <c:v>5.4000000000000003E-3</c:v>
                </c:pt>
                <c:pt idx="217">
                  <c:v>5.8999999999999999E-3</c:v>
                </c:pt>
                <c:pt idx="218">
                  <c:v>6.4000000000000003E-3</c:v>
                </c:pt>
                <c:pt idx="219">
                  <c:v>7.0000000000000001E-3</c:v>
                </c:pt>
                <c:pt idx="220">
                  <c:v>7.6E-3</c:v>
                </c:pt>
                <c:pt idx="221">
                  <c:v>8.2000000000000007E-3</c:v>
                </c:pt>
                <c:pt idx="222">
                  <c:v>8.8999999999999999E-3</c:v>
                </c:pt>
                <c:pt idx="223">
                  <c:v>9.7000000000000003E-3</c:v>
                </c:pt>
                <c:pt idx="224">
                  <c:v>1.0500000000000001E-2</c:v>
                </c:pt>
                <c:pt idx="225">
                  <c:v>1.1299999999999999E-2</c:v>
                </c:pt>
                <c:pt idx="226">
                  <c:v>1.2200000000000001E-2</c:v>
                </c:pt>
                <c:pt idx="227">
                  <c:v>1.32E-2</c:v>
                </c:pt>
                <c:pt idx="228">
                  <c:v>1.4200000000000001E-2</c:v>
                </c:pt>
                <c:pt idx="229">
                  <c:v>1.5299999999999999E-2</c:v>
                </c:pt>
                <c:pt idx="230">
                  <c:v>1.6500000000000001E-2</c:v>
                </c:pt>
                <c:pt idx="231">
                  <c:v>1.77E-2</c:v>
                </c:pt>
                <c:pt idx="232">
                  <c:v>1.9099999999999999E-2</c:v>
                </c:pt>
                <c:pt idx="233">
                  <c:v>2.0500000000000001E-2</c:v>
                </c:pt>
                <c:pt idx="234">
                  <c:v>2.1999999999999999E-2</c:v>
                </c:pt>
                <c:pt idx="235">
                  <c:v>2.3599999999999999E-2</c:v>
                </c:pt>
                <c:pt idx="236">
                  <c:v>2.53E-2</c:v>
                </c:pt>
                <c:pt idx="237">
                  <c:v>2.7E-2</c:v>
                </c:pt>
                <c:pt idx="238">
                  <c:v>2.8899999999999999E-2</c:v>
                </c:pt>
                <c:pt idx="239">
                  <c:v>3.09E-2</c:v>
                </c:pt>
                <c:pt idx="240">
                  <c:v>3.3000000000000002E-2</c:v>
                </c:pt>
                <c:pt idx="241">
                  <c:v>3.5200000000000002E-2</c:v>
                </c:pt>
                <c:pt idx="242">
                  <c:v>3.7600000000000001E-2</c:v>
                </c:pt>
                <c:pt idx="243">
                  <c:v>0.04</c:v>
                </c:pt>
                <c:pt idx="244">
                  <c:v>4.2599999999999999E-2</c:v>
                </c:pt>
                <c:pt idx="245">
                  <c:v>4.53E-2</c:v>
                </c:pt>
                <c:pt idx="246">
                  <c:v>4.8099999999999997E-2</c:v>
                </c:pt>
                <c:pt idx="247">
                  <c:v>5.11E-2</c:v>
                </c:pt>
                <c:pt idx="248">
                  <c:v>5.4199999999999998E-2</c:v>
                </c:pt>
                <c:pt idx="249">
                  <c:v>5.7500000000000002E-2</c:v>
                </c:pt>
                <c:pt idx="250">
                  <c:v>6.0900000000000003E-2</c:v>
                </c:pt>
                <c:pt idx="251">
                  <c:v>6.4500000000000002E-2</c:v>
                </c:pt>
                <c:pt idx="252">
                  <c:v>6.8199999999999997E-2</c:v>
                </c:pt>
                <c:pt idx="253">
                  <c:v>7.1999999999999995E-2</c:v>
                </c:pt>
                <c:pt idx="254">
                  <c:v>7.5999999999999998E-2</c:v>
                </c:pt>
                <c:pt idx="255">
                  <c:v>8.0199999999999994E-2</c:v>
                </c:pt>
                <c:pt idx="256">
                  <c:v>8.4599999999999995E-2</c:v>
                </c:pt>
                <c:pt idx="257">
                  <c:v>8.9099999999999999E-2</c:v>
                </c:pt>
                <c:pt idx="258">
                  <c:v>9.3700000000000006E-2</c:v>
                </c:pt>
                <c:pt idx="259">
                  <c:v>9.8500000000000004E-2</c:v>
                </c:pt>
                <c:pt idx="260">
                  <c:v>0.10349999999999999</c:v>
                </c:pt>
                <c:pt idx="261">
                  <c:v>0.1087</c:v>
                </c:pt>
                <c:pt idx="262">
                  <c:v>0.114</c:v>
                </c:pt>
                <c:pt idx="263">
                  <c:v>0.1195</c:v>
                </c:pt>
                <c:pt idx="264">
                  <c:v>0.12509999999999999</c:v>
                </c:pt>
                <c:pt idx="265">
                  <c:v>0.13089999999999999</c:v>
                </c:pt>
                <c:pt idx="266">
                  <c:v>0.13689999999999999</c:v>
                </c:pt>
                <c:pt idx="267">
                  <c:v>0.14299999999999999</c:v>
                </c:pt>
                <c:pt idx="268">
                  <c:v>0.1492</c:v>
                </c:pt>
                <c:pt idx="269">
                  <c:v>0.15570000000000001</c:v>
                </c:pt>
                <c:pt idx="270">
                  <c:v>0.16220000000000001</c:v>
                </c:pt>
                <c:pt idx="271">
                  <c:v>0.16889999999999999</c:v>
                </c:pt>
                <c:pt idx="272">
                  <c:v>0.1757</c:v>
                </c:pt>
                <c:pt idx="273">
                  <c:v>0.1827</c:v>
                </c:pt>
                <c:pt idx="274">
                  <c:v>0.18970000000000001</c:v>
                </c:pt>
                <c:pt idx="275">
                  <c:v>0.19689999999999999</c:v>
                </c:pt>
                <c:pt idx="276">
                  <c:v>0.20419999999999999</c:v>
                </c:pt>
                <c:pt idx="277">
                  <c:v>0.21160000000000001</c:v>
                </c:pt>
                <c:pt idx="278">
                  <c:v>0.219</c:v>
                </c:pt>
                <c:pt idx="279">
                  <c:v>0.2266</c:v>
                </c:pt>
                <c:pt idx="280">
                  <c:v>0.23419999999999999</c:v>
                </c:pt>
                <c:pt idx="281">
                  <c:v>0.2419</c:v>
                </c:pt>
                <c:pt idx="282">
                  <c:v>0.24959999999999999</c:v>
                </c:pt>
                <c:pt idx="283">
                  <c:v>0.25740000000000002</c:v>
                </c:pt>
                <c:pt idx="284">
                  <c:v>0.2651</c:v>
                </c:pt>
                <c:pt idx="285">
                  <c:v>0.27289999999999998</c:v>
                </c:pt>
                <c:pt idx="286">
                  <c:v>0.28070000000000001</c:v>
                </c:pt>
                <c:pt idx="287">
                  <c:v>0.28849999999999998</c:v>
                </c:pt>
                <c:pt idx="288">
                  <c:v>0.29630000000000001</c:v>
                </c:pt>
                <c:pt idx="289">
                  <c:v>0.30399999999999999</c:v>
                </c:pt>
                <c:pt idx="290">
                  <c:v>0.31169999999999998</c:v>
                </c:pt>
                <c:pt idx="291">
                  <c:v>0.31929999999999997</c:v>
                </c:pt>
                <c:pt idx="292">
                  <c:v>0.32679999999999998</c:v>
                </c:pt>
                <c:pt idx="293">
                  <c:v>0.3342</c:v>
                </c:pt>
                <c:pt idx="294">
                  <c:v>0.34150000000000003</c:v>
                </c:pt>
                <c:pt idx="295">
                  <c:v>0.34870000000000001</c:v>
                </c:pt>
                <c:pt idx="358">
                  <c:v>0.24959999999999999</c:v>
                </c:pt>
                <c:pt idx="359">
                  <c:v>0.2419</c:v>
                </c:pt>
                <c:pt idx="360">
                  <c:v>0.23419999999999999</c:v>
                </c:pt>
                <c:pt idx="361">
                  <c:v>0.2266</c:v>
                </c:pt>
                <c:pt idx="362">
                  <c:v>0.219</c:v>
                </c:pt>
                <c:pt idx="363">
                  <c:v>0.21160000000000001</c:v>
                </c:pt>
                <c:pt idx="364">
                  <c:v>0.20419999999999999</c:v>
                </c:pt>
                <c:pt idx="365">
                  <c:v>0.19689999999999999</c:v>
                </c:pt>
                <c:pt idx="366">
                  <c:v>0.18970000000000001</c:v>
                </c:pt>
                <c:pt idx="367">
                  <c:v>0.1827</c:v>
                </c:pt>
                <c:pt idx="368">
                  <c:v>0.1757</c:v>
                </c:pt>
                <c:pt idx="369">
                  <c:v>0.16889999999999999</c:v>
                </c:pt>
                <c:pt idx="370">
                  <c:v>0.16220000000000001</c:v>
                </c:pt>
                <c:pt idx="371">
                  <c:v>0.15570000000000001</c:v>
                </c:pt>
                <c:pt idx="372">
                  <c:v>0.1492</c:v>
                </c:pt>
                <c:pt idx="373">
                  <c:v>0.14299999999999999</c:v>
                </c:pt>
                <c:pt idx="374">
                  <c:v>0.13689999999999999</c:v>
                </c:pt>
                <c:pt idx="375">
                  <c:v>0.13089999999999999</c:v>
                </c:pt>
                <c:pt idx="376">
                  <c:v>0.12509999999999999</c:v>
                </c:pt>
                <c:pt idx="377">
                  <c:v>0.1195</c:v>
                </c:pt>
                <c:pt idx="378">
                  <c:v>0.114</c:v>
                </c:pt>
                <c:pt idx="379">
                  <c:v>0.1087</c:v>
                </c:pt>
                <c:pt idx="380">
                  <c:v>0.10349999999999999</c:v>
                </c:pt>
                <c:pt idx="381">
                  <c:v>9.8500000000000004E-2</c:v>
                </c:pt>
                <c:pt idx="382">
                  <c:v>9.3700000000000006E-2</c:v>
                </c:pt>
                <c:pt idx="383">
                  <c:v>8.9099999999999999E-2</c:v>
                </c:pt>
                <c:pt idx="384">
                  <c:v>8.4599999999999995E-2</c:v>
                </c:pt>
                <c:pt idx="385">
                  <c:v>8.0199999999999994E-2</c:v>
                </c:pt>
                <c:pt idx="386">
                  <c:v>7.5999999999999998E-2</c:v>
                </c:pt>
                <c:pt idx="387">
                  <c:v>7.1999999999999995E-2</c:v>
                </c:pt>
                <c:pt idx="388">
                  <c:v>6.8199999999999997E-2</c:v>
                </c:pt>
                <c:pt idx="389">
                  <c:v>6.4500000000000002E-2</c:v>
                </c:pt>
                <c:pt idx="390">
                  <c:v>6.0900000000000003E-2</c:v>
                </c:pt>
                <c:pt idx="391">
                  <c:v>5.7500000000000002E-2</c:v>
                </c:pt>
                <c:pt idx="392">
                  <c:v>5.4199999999999998E-2</c:v>
                </c:pt>
                <c:pt idx="393">
                  <c:v>5.11E-2</c:v>
                </c:pt>
                <c:pt idx="394">
                  <c:v>4.8099999999999997E-2</c:v>
                </c:pt>
                <c:pt idx="395">
                  <c:v>4.53E-2</c:v>
                </c:pt>
                <c:pt idx="396">
                  <c:v>4.2599999999999999E-2</c:v>
                </c:pt>
                <c:pt idx="397">
                  <c:v>0.04</c:v>
                </c:pt>
                <c:pt idx="398">
                  <c:v>3.7600000000000001E-2</c:v>
                </c:pt>
                <c:pt idx="399">
                  <c:v>3.5200000000000002E-2</c:v>
                </c:pt>
                <c:pt idx="400">
                  <c:v>3.3000000000000002E-2</c:v>
                </c:pt>
                <c:pt idx="401">
                  <c:v>3.09E-2</c:v>
                </c:pt>
                <c:pt idx="402">
                  <c:v>2.8899999999999999E-2</c:v>
                </c:pt>
                <c:pt idx="403">
                  <c:v>2.7E-2</c:v>
                </c:pt>
                <c:pt idx="404">
                  <c:v>2.53E-2</c:v>
                </c:pt>
                <c:pt idx="405">
                  <c:v>2.3599999999999999E-2</c:v>
                </c:pt>
                <c:pt idx="406">
                  <c:v>2.1999999999999999E-2</c:v>
                </c:pt>
                <c:pt idx="407">
                  <c:v>2.0500000000000001E-2</c:v>
                </c:pt>
                <c:pt idx="408">
                  <c:v>1.9099999999999999E-2</c:v>
                </c:pt>
                <c:pt idx="409">
                  <c:v>1.77E-2</c:v>
                </c:pt>
                <c:pt idx="410">
                  <c:v>1.6500000000000001E-2</c:v>
                </c:pt>
                <c:pt idx="411">
                  <c:v>1.5299999999999999E-2</c:v>
                </c:pt>
                <c:pt idx="412">
                  <c:v>1.4200000000000001E-2</c:v>
                </c:pt>
                <c:pt idx="413">
                  <c:v>1.32E-2</c:v>
                </c:pt>
                <c:pt idx="414">
                  <c:v>1.2200000000000001E-2</c:v>
                </c:pt>
                <c:pt idx="415">
                  <c:v>1.1299999999999999E-2</c:v>
                </c:pt>
                <c:pt idx="416">
                  <c:v>1.0500000000000001E-2</c:v>
                </c:pt>
                <c:pt idx="417">
                  <c:v>9.7000000000000003E-3</c:v>
                </c:pt>
                <c:pt idx="418">
                  <c:v>8.8999999999999999E-3</c:v>
                </c:pt>
                <c:pt idx="419">
                  <c:v>8.2000000000000007E-3</c:v>
                </c:pt>
                <c:pt idx="420">
                  <c:v>7.6E-3</c:v>
                </c:pt>
                <c:pt idx="421">
                  <c:v>7.0000000000000001E-3</c:v>
                </c:pt>
                <c:pt idx="422">
                  <c:v>6.4000000000000003E-3</c:v>
                </c:pt>
                <c:pt idx="423">
                  <c:v>5.8999999999999999E-3</c:v>
                </c:pt>
                <c:pt idx="424">
                  <c:v>5.4000000000000003E-3</c:v>
                </c:pt>
                <c:pt idx="425">
                  <c:v>5.0000000000000001E-3</c:v>
                </c:pt>
                <c:pt idx="426">
                  <c:v>4.5999999999999999E-3</c:v>
                </c:pt>
                <c:pt idx="427">
                  <c:v>4.1999999999999997E-3</c:v>
                </c:pt>
                <c:pt idx="428">
                  <c:v>3.8999999999999998E-3</c:v>
                </c:pt>
                <c:pt idx="429">
                  <c:v>3.5000000000000001E-3</c:v>
                </c:pt>
                <c:pt idx="430">
                  <c:v>3.2000000000000002E-3</c:v>
                </c:pt>
                <c:pt idx="431">
                  <c:v>2.8999999999999998E-3</c:v>
                </c:pt>
                <c:pt idx="432">
                  <c:v>2.7000000000000001E-3</c:v>
                </c:pt>
                <c:pt idx="433">
                  <c:v>2.5000000000000001E-3</c:v>
                </c:pt>
                <c:pt idx="434">
                  <c:v>2.2000000000000001E-3</c:v>
                </c:pt>
                <c:pt idx="435">
                  <c:v>2E-3</c:v>
                </c:pt>
                <c:pt idx="436">
                  <c:v>1.9E-3</c:v>
                </c:pt>
                <c:pt idx="437">
                  <c:v>1.6999999999999999E-3</c:v>
                </c:pt>
                <c:pt idx="438">
                  <c:v>1.5E-3</c:v>
                </c:pt>
                <c:pt idx="439">
                  <c:v>1.4E-3</c:v>
                </c:pt>
                <c:pt idx="440">
                  <c:v>1.2999999999999999E-3</c:v>
                </c:pt>
                <c:pt idx="441">
                  <c:v>1.1000000000000001E-3</c:v>
                </c:pt>
                <c:pt idx="442">
                  <c:v>1E-3</c:v>
                </c:pt>
                <c:pt idx="443">
                  <c:v>8.9999999999999998E-4</c:v>
                </c:pt>
                <c:pt idx="444">
                  <c:v>8.0000000000000004E-4</c:v>
                </c:pt>
                <c:pt idx="445">
                  <c:v>8.0000000000000004E-4</c:v>
                </c:pt>
                <c:pt idx="446">
                  <c:v>6.9999999999999999E-4</c:v>
                </c:pt>
                <c:pt idx="447">
                  <c:v>5.9999999999999995E-4</c:v>
                </c:pt>
                <c:pt idx="448">
                  <c:v>5.9999999999999995E-4</c:v>
                </c:pt>
                <c:pt idx="449">
                  <c:v>5.0000000000000001E-4</c:v>
                </c:pt>
                <c:pt idx="450">
                  <c:v>5.0000000000000001E-4</c:v>
                </c:pt>
                <c:pt idx="451">
                  <c:v>4.0000000000000002E-4</c:v>
                </c:pt>
                <c:pt idx="452">
                  <c:v>4.0000000000000002E-4</c:v>
                </c:pt>
                <c:pt idx="453">
                  <c:v>2.9999999999999997E-4</c:v>
                </c:pt>
                <c:pt idx="454">
                  <c:v>2.9999999999999997E-4</c:v>
                </c:pt>
                <c:pt idx="455">
                  <c:v>2.9999999999999997E-4</c:v>
                </c:pt>
                <c:pt idx="456">
                  <c:v>2.0000000000000001E-4</c:v>
                </c:pt>
                <c:pt idx="457">
                  <c:v>2.0000000000000001E-4</c:v>
                </c:pt>
                <c:pt idx="458">
                  <c:v>2.0000000000000001E-4</c:v>
                </c:pt>
                <c:pt idx="459">
                  <c:v>2.0000000000000001E-4</c:v>
                </c:pt>
                <c:pt idx="460">
                  <c:v>2.0000000000000001E-4</c:v>
                </c:pt>
                <c:pt idx="461">
                  <c:v>1E-4</c:v>
                </c:pt>
                <c:pt idx="462">
                  <c:v>1E-4</c:v>
                </c:pt>
                <c:pt idx="463">
                  <c:v>1E-4</c:v>
                </c:pt>
                <c:pt idx="464">
                  <c:v>1E-4</c:v>
                </c:pt>
                <c:pt idx="465">
                  <c:v>1E-4</c:v>
                </c:pt>
                <c:pt idx="466">
                  <c:v>1E-4</c:v>
                </c:pt>
                <c:pt idx="467">
                  <c:v>1E-4</c:v>
                </c:pt>
                <c:pt idx="468">
                  <c:v>1E-4</c:v>
                </c:pt>
                <c:pt idx="469">
                  <c:v>1E-4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2FE9-4B1D-A75B-D76056044CAD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tempête 7</c:v>
                </c:pt>
              </c:strCache>
            </c:strRef>
          </c:tx>
          <c:spPr>
            <a:ln w="19050" cap="flat">
              <a:solidFill>
                <a:srgbClr val="A9C6E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Sheet1!$A$2:$A$502</c:f>
              <c:numCache>
                <c:formatCode>General</c:formatCode>
                <c:ptCount val="5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0.28000000000000003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0.56000000000000005</c:v>
                </c:pt>
                <c:pt idx="29">
                  <c:v>0.57999999999999996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  <c:pt idx="51">
                  <c:v>1.02</c:v>
                </c:pt>
                <c:pt idx="52">
                  <c:v>1.04</c:v>
                </c:pt>
                <c:pt idx="53">
                  <c:v>1.06</c:v>
                </c:pt>
                <c:pt idx="54">
                  <c:v>1.08</c:v>
                </c:pt>
                <c:pt idx="55">
                  <c:v>1.1000000000000001</c:v>
                </c:pt>
                <c:pt idx="56">
                  <c:v>1.1200000000000001</c:v>
                </c:pt>
                <c:pt idx="57">
                  <c:v>1.1399999999999999</c:v>
                </c:pt>
                <c:pt idx="58">
                  <c:v>1.1599999999999999</c:v>
                </c:pt>
                <c:pt idx="59">
                  <c:v>1.18</c:v>
                </c:pt>
                <c:pt idx="60">
                  <c:v>1.2</c:v>
                </c:pt>
                <c:pt idx="61">
                  <c:v>1.22</c:v>
                </c:pt>
                <c:pt idx="62">
                  <c:v>1.24</c:v>
                </c:pt>
                <c:pt idx="63">
                  <c:v>1.26</c:v>
                </c:pt>
                <c:pt idx="64">
                  <c:v>1.28</c:v>
                </c:pt>
                <c:pt idx="65">
                  <c:v>1.3</c:v>
                </c:pt>
                <c:pt idx="66">
                  <c:v>1.32</c:v>
                </c:pt>
                <c:pt idx="67">
                  <c:v>1.34</c:v>
                </c:pt>
                <c:pt idx="68">
                  <c:v>1.36</c:v>
                </c:pt>
                <c:pt idx="69">
                  <c:v>1.38</c:v>
                </c:pt>
                <c:pt idx="70">
                  <c:v>1.4</c:v>
                </c:pt>
                <c:pt idx="71">
                  <c:v>1.42</c:v>
                </c:pt>
                <c:pt idx="72">
                  <c:v>1.44</c:v>
                </c:pt>
                <c:pt idx="73">
                  <c:v>1.46</c:v>
                </c:pt>
                <c:pt idx="74">
                  <c:v>1.48</c:v>
                </c:pt>
                <c:pt idx="75">
                  <c:v>1.5</c:v>
                </c:pt>
                <c:pt idx="76">
                  <c:v>1.52</c:v>
                </c:pt>
                <c:pt idx="77">
                  <c:v>1.54</c:v>
                </c:pt>
                <c:pt idx="78">
                  <c:v>1.56</c:v>
                </c:pt>
                <c:pt idx="79">
                  <c:v>1.58</c:v>
                </c:pt>
                <c:pt idx="80">
                  <c:v>1.6</c:v>
                </c:pt>
                <c:pt idx="81">
                  <c:v>1.62</c:v>
                </c:pt>
                <c:pt idx="82">
                  <c:v>1.64</c:v>
                </c:pt>
                <c:pt idx="83">
                  <c:v>1.66</c:v>
                </c:pt>
                <c:pt idx="84">
                  <c:v>1.68</c:v>
                </c:pt>
                <c:pt idx="85">
                  <c:v>1.7</c:v>
                </c:pt>
                <c:pt idx="86">
                  <c:v>1.72</c:v>
                </c:pt>
                <c:pt idx="87">
                  <c:v>1.74</c:v>
                </c:pt>
                <c:pt idx="88">
                  <c:v>1.76</c:v>
                </c:pt>
                <c:pt idx="89">
                  <c:v>1.78</c:v>
                </c:pt>
                <c:pt idx="90">
                  <c:v>1.8</c:v>
                </c:pt>
                <c:pt idx="91">
                  <c:v>1.82</c:v>
                </c:pt>
                <c:pt idx="92">
                  <c:v>1.84</c:v>
                </c:pt>
                <c:pt idx="93">
                  <c:v>1.86</c:v>
                </c:pt>
                <c:pt idx="94">
                  <c:v>1.88</c:v>
                </c:pt>
                <c:pt idx="95">
                  <c:v>1.9</c:v>
                </c:pt>
                <c:pt idx="96">
                  <c:v>1.92</c:v>
                </c:pt>
                <c:pt idx="97">
                  <c:v>1.94</c:v>
                </c:pt>
                <c:pt idx="98">
                  <c:v>1.96</c:v>
                </c:pt>
                <c:pt idx="99">
                  <c:v>1.98</c:v>
                </c:pt>
                <c:pt idx="100">
                  <c:v>2</c:v>
                </c:pt>
                <c:pt idx="101">
                  <c:v>2.02</c:v>
                </c:pt>
                <c:pt idx="102">
                  <c:v>2.04</c:v>
                </c:pt>
                <c:pt idx="103">
                  <c:v>2.06</c:v>
                </c:pt>
                <c:pt idx="104">
                  <c:v>2.08</c:v>
                </c:pt>
                <c:pt idx="105">
                  <c:v>2.1</c:v>
                </c:pt>
                <c:pt idx="106">
                  <c:v>2.12</c:v>
                </c:pt>
                <c:pt idx="107">
                  <c:v>2.14</c:v>
                </c:pt>
                <c:pt idx="108">
                  <c:v>2.16</c:v>
                </c:pt>
                <c:pt idx="109">
                  <c:v>2.1800000000000002</c:v>
                </c:pt>
                <c:pt idx="110">
                  <c:v>2.2000000000000002</c:v>
                </c:pt>
                <c:pt idx="111">
                  <c:v>2.2200000000000002</c:v>
                </c:pt>
                <c:pt idx="112">
                  <c:v>2.2400000000000002</c:v>
                </c:pt>
                <c:pt idx="113">
                  <c:v>2.2599999999999998</c:v>
                </c:pt>
                <c:pt idx="114">
                  <c:v>2.2799999999999998</c:v>
                </c:pt>
                <c:pt idx="115">
                  <c:v>2.2999999999999998</c:v>
                </c:pt>
                <c:pt idx="116">
                  <c:v>2.3199999999999998</c:v>
                </c:pt>
                <c:pt idx="117">
                  <c:v>2.34</c:v>
                </c:pt>
                <c:pt idx="118">
                  <c:v>2.36</c:v>
                </c:pt>
                <c:pt idx="119">
                  <c:v>2.38</c:v>
                </c:pt>
                <c:pt idx="120">
                  <c:v>2.4</c:v>
                </c:pt>
                <c:pt idx="121">
                  <c:v>2.42</c:v>
                </c:pt>
                <c:pt idx="122">
                  <c:v>2.44</c:v>
                </c:pt>
                <c:pt idx="123">
                  <c:v>2.46</c:v>
                </c:pt>
                <c:pt idx="124">
                  <c:v>2.48</c:v>
                </c:pt>
                <c:pt idx="125">
                  <c:v>2.5</c:v>
                </c:pt>
                <c:pt idx="126">
                  <c:v>2.52</c:v>
                </c:pt>
                <c:pt idx="127">
                  <c:v>2.54</c:v>
                </c:pt>
                <c:pt idx="128">
                  <c:v>2.56</c:v>
                </c:pt>
                <c:pt idx="129">
                  <c:v>2.58</c:v>
                </c:pt>
                <c:pt idx="130">
                  <c:v>2.6</c:v>
                </c:pt>
                <c:pt idx="131">
                  <c:v>2.62</c:v>
                </c:pt>
                <c:pt idx="132">
                  <c:v>2.64</c:v>
                </c:pt>
                <c:pt idx="133">
                  <c:v>2.66</c:v>
                </c:pt>
                <c:pt idx="134">
                  <c:v>2.68</c:v>
                </c:pt>
                <c:pt idx="135">
                  <c:v>2.7</c:v>
                </c:pt>
                <c:pt idx="136">
                  <c:v>2.72</c:v>
                </c:pt>
                <c:pt idx="137">
                  <c:v>2.74</c:v>
                </c:pt>
                <c:pt idx="138">
                  <c:v>2.76</c:v>
                </c:pt>
                <c:pt idx="139">
                  <c:v>2.78</c:v>
                </c:pt>
                <c:pt idx="140">
                  <c:v>2.8</c:v>
                </c:pt>
                <c:pt idx="141">
                  <c:v>2.82</c:v>
                </c:pt>
                <c:pt idx="142">
                  <c:v>2.84</c:v>
                </c:pt>
                <c:pt idx="143">
                  <c:v>2.86</c:v>
                </c:pt>
                <c:pt idx="144">
                  <c:v>2.88</c:v>
                </c:pt>
                <c:pt idx="145">
                  <c:v>2.9</c:v>
                </c:pt>
                <c:pt idx="146">
                  <c:v>2.92</c:v>
                </c:pt>
                <c:pt idx="147">
                  <c:v>2.94</c:v>
                </c:pt>
                <c:pt idx="148">
                  <c:v>2.96</c:v>
                </c:pt>
                <c:pt idx="149">
                  <c:v>2.98</c:v>
                </c:pt>
                <c:pt idx="150">
                  <c:v>3</c:v>
                </c:pt>
                <c:pt idx="151">
                  <c:v>3.02</c:v>
                </c:pt>
                <c:pt idx="152">
                  <c:v>3.04</c:v>
                </c:pt>
                <c:pt idx="153">
                  <c:v>3.06</c:v>
                </c:pt>
                <c:pt idx="154">
                  <c:v>3.08</c:v>
                </c:pt>
                <c:pt idx="155">
                  <c:v>3.1</c:v>
                </c:pt>
                <c:pt idx="156">
                  <c:v>3.12</c:v>
                </c:pt>
                <c:pt idx="157">
                  <c:v>3.14</c:v>
                </c:pt>
                <c:pt idx="158">
                  <c:v>3.16</c:v>
                </c:pt>
                <c:pt idx="159">
                  <c:v>3.18</c:v>
                </c:pt>
                <c:pt idx="160">
                  <c:v>3.2</c:v>
                </c:pt>
                <c:pt idx="161">
                  <c:v>3.22</c:v>
                </c:pt>
                <c:pt idx="162">
                  <c:v>3.24</c:v>
                </c:pt>
                <c:pt idx="163">
                  <c:v>3.26</c:v>
                </c:pt>
                <c:pt idx="164">
                  <c:v>3.28</c:v>
                </c:pt>
                <c:pt idx="165">
                  <c:v>3.3</c:v>
                </c:pt>
                <c:pt idx="166">
                  <c:v>3.32</c:v>
                </c:pt>
                <c:pt idx="167">
                  <c:v>3.34</c:v>
                </c:pt>
                <c:pt idx="168">
                  <c:v>3.36</c:v>
                </c:pt>
                <c:pt idx="169">
                  <c:v>3.38</c:v>
                </c:pt>
                <c:pt idx="170">
                  <c:v>3.4</c:v>
                </c:pt>
                <c:pt idx="171">
                  <c:v>3.42</c:v>
                </c:pt>
                <c:pt idx="172">
                  <c:v>3.44</c:v>
                </c:pt>
                <c:pt idx="173">
                  <c:v>3.46</c:v>
                </c:pt>
                <c:pt idx="174">
                  <c:v>3.48</c:v>
                </c:pt>
                <c:pt idx="175">
                  <c:v>3.5</c:v>
                </c:pt>
                <c:pt idx="176">
                  <c:v>3.52</c:v>
                </c:pt>
                <c:pt idx="177">
                  <c:v>3.54</c:v>
                </c:pt>
                <c:pt idx="178">
                  <c:v>3.56</c:v>
                </c:pt>
                <c:pt idx="179">
                  <c:v>3.58</c:v>
                </c:pt>
                <c:pt idx="180">
                  <c:v>3.6</c:v>
                </c:pt>
                <c:pt idx="181">
                  <c:v>3.62</c:v>
                </c:pt>
                <c:pt idx="182">
                  <c:v>3.64</c:v>
                </c:pt>
                <c:pt idx="183">
                  <c:v>3.66</c:v>
                </c:pt>
                <c:pt idx="184">
                  <c:v>3.68</c:v>
                </c:pt>
                <c:pt idx="185">
                  <c:v>3.7</c:v>
                </c:pt>
                <c:pt idx="186">
                  <c:v>3.72</c:v>
                </c:pt>
                <c:pt idx="187">
                  <c:v>3.74</c:v>
                </c:pt>
                <c:pt idx="188">
                  <c:v>3.76</c:v>
                </c:pt>
                <c:pt idx="189">
                  <c:v>3.78</c:v>
                </c:pt>
                <c:pt idx="190">
                  <c:v>3.8</c:v>
                </c:pt>
                <c:pt idx="191">
                  <c:v>3.82</c:v>
                </c:pt>
                <c:pt idx="192">
                  <c:v>3.84</c:v>
                </c:pt>
                <c:pt idx="193">
                  <c:v>3.86</c:v>
                </c:pt>
                <c:pt idx="194">
                  <c:v>3.88</c:v>
                </c:pt>
                <c:pt idx="195">
                  <c:v>3.9</c:v>
                </c:pt>
                <c:pt idx="196">
                  <c:v>3.92</c:v>
                </c:pt>
                <c:pt idx="197">
                  <c:v>3.94</c:v>
                </c:pt>
                <c:pt idx="198">
                  <c:v>3.96</c:v>
                </c:pt>
                <c:pt idx="199">
                  <c:v>3.98</c:v>
                </c:pt>
                <c:pt idx="200">
                  <c:v>4</c:v>
                </c:pt>
                <c:pt idx="201">
                  <c:v>4.0199999999999996</c:v>
                </c:pt>
                <c:pt idx="202">
                  <c:v>4.04</c:v>
                </c:pt>
                <c:pt idx="203">
                  <c:v>4.0599999999999996</c:v>
                </c:pt>
                <c:pt idx="204">
                  <c:v>4.08</c:v>
                </c:pt>
                <c:pt idx="205">
                  <c:v>4.0999999999999996</c:v>
                </c:pt>
                <c:pt idx="206">
                  <c:v>4.12</c:v>
                </c:pt>
                <c:pt idx="207">
                  <c:v>4.1399999999999997</c:v>
                </c:pt>
                <c:pt idx="208">
                  <c:v>4.16</c:v>
                </c:pt>
                <c:pt idx="209">
                  <c:v>4.18</c:v>
                </c:pt>
                <c:pt idx="210">
                  <c:v>4.2</c:v>
                </c:pt>
                <c:pt idx="211">
                  <c:v>4.22</c:v>
                </c:pt>
                <c:pt idx="212">
                  <c:v>4.24</c:v>
                </c:pt>
                <c:pt idx="213">
                  <c:v>4.26</c:v>
                </c:pt>
                <c:pt idx="214">
                  <c:v>4.28</c:v>
                </c:pt>
                <c:pt idx="215">
                  <c:v>4.3</c:v>
                </c:pt>
                <c:pt idx="216">
                  <c:v>4.32</c:v>
                </c:pt>
                <c:pt idx="217">
                  <c:v>4.34</c:v>
                </c:pt>
                <c:pt idx="218">
                  <c:v>4.3600000000000003</c:v>
                </c:pt>
                <c:pt idx="219">
                  <c:v>4.38</c:v>
                </c:pt>
                <c:pt idx="220">
                  <c:v>4.4000000000000004</c:v>
                </c:pt>
                <c:pt idx="221">
                  <c:v>4.42</c:v>
                </c:pt>
                <c:pt idx="222">
                  <c:v>4.4400000000000004</c:v>
                </c:pt>
                <c:pt idx="223">
                  <c:v>4.46</c:v>
                </c:pt>
                <c:pt idx="224">
                  <c:v>4.4800000000000004</c:v>
                </c:pt>
                <c:pt idx="225">
                  <c:v>4.5</c:v>
                </c:pt>
                <c:pt idx="226">
                  <c:v>4.5199999999999996</c:v>
                </c:pt>
                <c:pt idx="227">
                  <c:v>4.54</c:v>
                </c:pt>
                <c:pt idx="228">
                  <c:v>4.5599999999999996</c:v>
                </c:pt>
                <c:pt idx="229">
                  <c:v>4.58</c:v>
                </c:pt>
                <c:pt idx="230">
                  <c:v>4.5999999999999996</c:v>
                </c:pt>
                <c:pt idx="231">
                  <c:v>4.62</c:v>
                </c:pt>
                <c:pt idx="232">
                  <c:v>4.6399999999999997</c:v>
                </c:pt>
                <c:pt idx="233">
                  <c:v>4.66</c:v>
                </c:pt>
                <c:pt idx="234">
                  <c:v>4.68</c:v>
                </c:pt>
                <c:pt idx="235">
                  <c:v>4.7</c:v>
                </c:pt>
                <c:pt idx="236">
                  <c:v>4.72</c:v>
                </c:pt>
                <c:pt idx="237">
                  <c:v>4.74</c:v>
                </c:pt>
                <c:pt idx="238">
                  <c:v>4.76</c:v>
                </c:pt>
                <c:pt idx="239">
                  <c:v>4.78</c:v>
                </c:pt>
                <c:pt idx="240">
                  <c:v>4.8</c:v>
                </c:pt>
                <c:pt idx="241">
                  <c:v>4.82</c:v>
                </c:pt>
                <c:pt idx="242">
                  <c:v>4.84</c:v>
                </c:pt>
                <c:pt idx="243">
                  <c:v>4.8600000000000003</c:v>
                </c:pt>
                <c:pt idx="244">
                  <c:v>4.88</c:v>
                </c:pt>
                <c:pt idx="245">
                  <c:v>4.9000000000000004</c:v>
                </c:pt>
                <c:pt idx="246">
                  <c:v>4.92</c:v>
                </c:pt>
                <c:pt idx="247">
                  <c:v>4.9400000000000004</c:v>
                </c:pt>
                <c:pt idx="248">
                  <c:v>4.96</c:v>
                </c:pt>
                <c:pt idx="249">
                  <c:v>4.9800000000000004</c:v>
                </c:pt>
                <c:pt idx="250">
                  <c:v>5</c:v>
                </c:pt>
                <c:pt idx="251">
                  <c:v>5.0199999999999996</c:v>
                </c:pt>
                <c:pt idx="252">
                  <c:v>5.04</c:v>
                </c:pt>
                <c:pt idx="253">
                  <c:v>5.0599999999999996</c:v>
                </c:pt>
                <c:pt idx="254">
                  <c:v>5.08</c:v>
                </c:pt>
                <c:pt idx="255">
                  <c:v>5.0999999999999996</c:v>
                </c:pt>
                <c:pt idx="256">
                  <c:v>5.12</c:v>
                </c:pt>
                <c:pt idx="257">
                  <c:v>5.14</c:v>
                </c:pt>
                <c:pt idx="258">
                  <c:v>5.16</c:v>
                </c:pt>
                <c:pt idx="259">
                  <c:v>5.18</c:v>
                </c:pt>
                <c:pt idx="260">
                  <c:v>5.2</c:v>
                </c:pt>
                <c:pt idx="261">
                  <c:v>5.22</c:v>
                </c:pt>
                <c:pt idx="262">
                  <c:v>5.24</c:v>
                </c:pt>
                <c:pt idx="263">
                  <c:v>5.26</c:v>
                </c:pt>
                <c:pt idx="264">
                  <c:v>5.28</c:v>
                </c:pt>
                <c:pt idx="265">
                  <c:v>5.3</c:v>
                </c:pt>
                <c:pt idx="266">
                  <c:v>5.32</c:v>
                </c:pt>
                <c:pt idx="267">
                  <c:v>5.34</c:v>
                </c:pt>
                <c:pt idx="268">
                  <c:v>5.36</c:v>
                </c:pt>
                <c:pt idx="269">
                  <c:v>5.38</c:v>
                </c:pt>
                <c:pt idx="270">
                  <c:v>5.4</c:v>
                </c:pt>
                <c:pt idx="271">
                  <c:v>5.42</c:v>
                </c:pt>
                <c:pt idx="272">
                  <c:v>5.44</c:v>
                </c:pt>
                <c:pt idx="273">
                  <c:v>5.46</c:v>
                </c:pt>
                <c:pt idx="274">
                  <c:v>5.48</c:v>
                </c:pt>
                <c:pt idx="275">
                  <c:v>5.5</c:v>
                </c:pt>
                <c:pt idx="276">
                  <c:v>5.52</c:v>
                </c:pt>
                <c:pt idx="277">
                  <c:v>5.54</c:v>
                </c:pt>
                <c:pt idx="278">
                  <c:v>5.56</c:v>
                </c:pt>
                <c:pt idx="279">
                  <c:v>5.58</c:v>
                </c:pt>
                <c:pt idx="280">
                  <c:v>5.6</c:v>
                </c:pt>
                <c:pt idx="281">
                  <c:v>5.62</c:v>
                </c:pt>
                <c:pt idx="282">
                  <c:v>5.64</c:v>
                </c:pt>
                <c:pt idx="283">
                  <c:v>5.66</c:v>
                </c:pt>
                <c:pt idx="284">
                  <c:v>5.68</c:v>
                </c:pt>
                <c:pt idx="285">
                  <c:v>5.7</c:v>
                </c:pt>
                <c:pt idx="286">
                  <c:v>5.72</c:v>
                </c:pt>
                <c:pt idx="287">
                  <c:v>5.74</c:v>
                </c:pt>
                <c:pt idx="288">
                  <c:v>5.76</c:v>
                </c:pt>
                <c:pt idx="289">
                  <c:v>5.78</c:v>
                </c:pt>
                <c:pt idx="290">
                  <c:v>5.8</c:v>
                </c:pt>
                <c:pt idx="291">
                  <c:v>5.82</c:v>
                </c:pt>
                <c:pt idx="292">
                  <c:v>5.84</c:v>
                </c:pt>
                <c:pt idx="293">
                  <c:v>5.86</c:v>
                </c:pt>
                <c:pt idx="294">
                  <c:v>5.88</c:v>
                </c:pt>
                <c:pt idx="295">
                  <c:v>5.9</c:v>
                </c:pt>
                <c:pt idx="296">
                  <c:v>5.92</c:v>
                </c:pt>
                <c:pt idx="297">
                  <c:v>5.94</c:v>
                </c:pt>
                <c:pt idx="298">
                  <c:v>5.96</c:v>
                </c:pt>
                <c:pt idx="299">
                  <c:v>5.98</c:v>
                </c:pt>
                <c:pt idx="300">
                  <c:v>6</c:v>
                </c:pt>
                <c:pt idx="301">
                  <c:v>6.02</c:v>
                </c:pt>
                <c:pt idx="302">
                  <c:v>6.04</c:v>
                </c:pt>
                <c:pt idx="303">
                  <c:v>6.06</c:v>
                </c:pt>
                <c:pt idx="304">
                  <c:v>6.08</c:v>
                </c:pt>
                <c:pt idx="305">
                  <c:v>6.1</c:v>
                </c:pt>
                <c:pt idx="306">
                  <c:v>6.12</c:v>
                </c:pt>
                <c:pt idx="307">
                  <c:v>6.14</c:v>
                </c:pt>
                <c:pt idx="308">
                  <c:v>6.16</c:v>
                </c:pt>
                <c:pt idx="309">
                  <c:v>6.18</c:v>
                </c:pt>
                <c:pt idx="310">
                  <c:v>6.2</c:v>
                </c:pt>
                <c:pt idx="311">
                  <c:v>6.22</c:v>
                </c:pt>
                <c:pt idx="312">
                  <c:v>6.24</c:v>
                </c:pt>
                <c:pt idx="313">
                  <c:v>6.26</c:v>
                </c:pt>
                <c:pt idx="314">
                  <c:v>6.28</c:v>
                </c:pt>
                <c:pt idx="315">
                  <c:v>6.3</c:v>
                </c:pt>
                <c:pt idx="316">
                  <c:v>6.32</c:v>
                </c:pt>
                <c:pt idx="317">
                  <c:v>6.34</c:v>
                </c:pt>
                <c:pt idx="318">
                  <c:v>6.36</c:v>
                </c:pt>
                <c:pt idx="319">
                  <c:v>6.38</c:v>
                </c:pt>
                <c:pt idx="320">
                  <c:v>6.4</c:v>
                </c:pt>
                <c:pt idx="321">
                  <c:v>6.42</c:v>
                </c:pt>
                <c:pt idx="322">
                  <c:v>6.44</c:v>
                </c:pt>
                <c:pt idx="323">
                  <c:v>6.46</c:v>
                </c:pt>
                <c:pt idx="324">
                  <c:v>6.48</c:v>
                </c:pt>
                <c:pt idx="325">
                  <c:v>6.5</c:v>
                </c:pt>
                <c:pt idx="326">
                  <c:v>6.52</c:v>
                </c:pt>
                <c:pt idx="327">
                  <c:v>6.54</c:v>
                </c:pt>
                <c:pt idx="328">
                  <c:v>6.56</c:v>
                </c:pt>
                <c:pt idx="329">
                  <c:v>6.58</c:v>
                </c:pt>
                <c:pt idx="330">
                  <c:v>6.6</c:v>
                </c:pt>
                <c:pt idx="331">
                  <c:v>6.62</c:v>
                </c:pt>
                <c:pt idx="332">
                  <c:v>6.64</c:v>
                </c:pt>
                <c:pt idx="333">
                  <c:v>6.66</c:v>
                </c:pt>
                <c:pt idx="334">
                  <c:v>6.68</c:v>
                </c:pt>
                <c:pt idx="335">
                  <c:v>6.7</c:v>
                </c:pt>
                <c:pt idx="336">
                  <c:v>6.72</c:v>
                </c:pt>
                <c:pt idx="337">
                  <c:v>6.74</c:v>
                </c:pt>
                <c:pt idx="338">
                  <c:v>6.76</c:v>
                </c:pt>
                <c:pt idx="339">
                  <c:v>6.78</c:v>
                </c:pt>
                <c:pt idx="340">
                  <c:v>6.8</c:v>
                </c:pt>
                <c:pt idx="341">
                  <c:v>6.82</c:v>
                </c:pt>
                <c:pt idx="342">
                  <c:v>6.84</c:v>
                </c:pt>
                <c:pt idx="343">
                  <c:v>6.86</c:v>
                </c:pt>
                <c:pt idx="344">
                  <c:v>6.88</c:v>
                </c:pt>
                <c:pt idx="345">
                  <c:v>6.9</c:v>
                </c:pt>
                <c:pt idx="346">
                  <c:v>6.92</c:v>
                </c:pt>
                <c:pt idx="347">
                  <c:v>6.94</c:v>
                </c:pt>
                <c:pt idx="348">
                  <c:v>6.96</c:v>
                </c:pt>
                <c:pt idx="349">
                  <c:v>6.98</c:v>
                </c:pt>
                <c:pt idx="350">
                  <c:v>7</c:v>
                </c:pt>
                <c:pt idx="351">
                  <c:v>7.02</c:v>
                </c:pt>
                <c:pt idx="352">
                  <c:v>7.04</c:v>
                </c:pt>
                <c:pt idx="353">
                  <c:v>7.06</c:v>
                </c:pt>
                <c:pt idx="354">
                  <c:v>7.08</c:v>
                </c:pt>
                <c:pt idx="355">
                  <c:v>7.1</c:v>
                </c:pt>
                <c:pt idx="356">
                  <c:v>7.12</c:v>
                </c:pt>
                <c:pt idx="357">
                  <c:v>7.14</c:v>
                </c:pt>
                <c:pt idx="358">
                  <c:v>7.16</c:v>
                </c:pt>
                <c:pt idx="359">
                  <c:v>7.18</c:v>
                </c:pt>
                <c:pt idx="360">
                  <c:v>7.2</c:v>
                </c:pt>
                <c:pt idx="361">
                  <c:v>7.22</c:v>
                </c:pt>
                <c:pt idx="362">
                  <c:v>7.24</c:v>
                </c:pt>
                <c:pt idx="363">
                  <c:v>7.26</c:v>
                </c:pt>
                <c:pt idx="364">
                  <c:v>7.28</c:v>
                </c:pt>
                <c:pt idx="365">
                  <c:v>7.3</c:v>
                </c:pt>
                <c:pt idx="366">
                  <c:v>7.32</c:v>
                </c:pt>
                <c:pt idx="367">
                  <c:v>7.34</c:v>
                </c:pt>
                <c:pt idx="368">
                  <c:v>7.36</c:v>
                </c:pt>
                <c:pt idx="369">
                  <c:v>7.38</c:v>
                </c:pt>
                <c:pt idx="370">
                  <c:v>7.4</c:v>
                </c:pt>
                <c:pt idx="371">
                  <c:v>7.42</c:v>
                </c:pt>
                <c:pt idx="372">
                  <c:v>7.44</c:v>
                </c:pt>
                <c:pt idx="373">
                  <c:v>7.46</c:v>
                </c:pt>
                <c:pt idx="374">
                  <c:v>7.48</c:v>
                </c:pt>
                <c:pt idx="375">
                  <c:v>7.5</c:v>
                </c:pt>
                <c:pt idx="376">
                  <c:v>7.52</c:v>
                </c:pt>
                <c:pt idx="377">
                  <c:v>7.54</c:v>
                </c:pt>
                <c:pt idx="378">
                  <c:v>7.56</c:v>
                </c:pt>
                <c:pt idx="379">
                  <c:v>7.58</c:v>
                </c:pt>
                <c:pt idx="380">
                  <c:v>7.6</c:v>
                </c:pt>
                <c:pt idx="381">
                  <c:v>7.62</c:v>
                </c:pt>
                <c:pt idx="382">
                  <c:v>7.64</c:v>
                </c:pt>
                <c:pt idx="383">
                  <c:v>7.66</c:v>
                </c:pt>
                <c:pt idx="384">
                  <c:v>7.68</c:v>
                </c:pt>
                <c:pt idx="385">
                  <c:v>7.7</c:v>
                </c:pt>
                <c:pt idx="386">
                  <c:v>7.72</c:v>
                </c:pt>
                <c:pt idx="387">
                  <c:v>7.74</c:v>
                </c:pt>
                <c:pt idx="388">
                  <c:v>7.76</c:v>
                </c:pt>
                <c:pt idx="389">
                  <c:v>7.78</c:v>
                </c:pt>
                <c:pt idx="390">
                  <c:v>7.8</c:v>
                </c:pt>
                <c:pt idx="391">
                  <c:v>7.82</c:v>
                </c:pt>
                <c:pt idx="392">
                  <c:v>7.84</c:v>
                </c:pt>
                <c:pt idx="393">
                  <c:v>7.86</c:v>
                </c:pt>
                <c:pt idx="394">
                  <c:v>7.88</c:v>
                </c:pt>
                <c:pt idx="395">
                  <c:v>7.9</c:v>
                </c:pt>
                <c:pt idx="396">
                  <c:v>7.92</c:v>
                </c:pt>
                <c:pt idx="397">
                  <c:v>7.94</c:v>
                </c:pt>
                <c:pt idx="398">
                  <c:v>7.96</c:v>
                </c:pt>
                <c:pt idx="399">
                  <c:v>7.98</c:v>
                </c:pt>
                <c:pt idx="400">
                  <c:v>8</c:v>
                </c:pt>
                <c:pt idx="401">
                  <c:v>8.02</c:v>
                </c:pt>
                <c:pt idx="402">
                  <c:v>8.0399999999999991</c:v>
                </c:pt>
                <c:pt idx="403">
                  <c:v>8.06</c:v>
                </c:pt>
                <c:pt idx="404">
                  <c:v>8.08</c:v>
                </c:pt>
                <c:pt idx="405">
                  <c:v>8.1</c:v>
                </c:pt>
                <c:pt idx="406">
                  <c:v>8.1199999999999992</c:v>
                </c:pt>
                <c:pt idx="407">
                  <c:v>8.14</c:v>
                </c:pt>
                <c:pt idx="408">
                  <c:v>8.16</c:v>
                </c:pt>
                <c:pt idx="409">
                  <c:v>8.18</c:v>
                </c:pt>
                <c:pt idx="410">
                  <c:v>8.1999999999999993</c:v>
                </c:pt>
                <c:pt idx="411">
                  <c:v>8.2200000000000006</c:v>
                </c:pt>
                <c:pt idx="412">
                  <c:v>8.24</c:v>
                </c:pt>
                <c:pt idx="413">
                  <c:v>8.26</c:v>
                </c:pt>
                <c:pt idx="414">
                  <c:v>8.2799999999999994</c:v>
                </c:pt>
                <c:pt idx="415">
                  <c:v>8.3000000000000007</c:v>
                </c:pt>
                <c:pt idx="416">
                  <c:v>8.32</c:v>
                </c:pt>
                <c:pt idx="417">
                  <c:v>8.34</c:v>
                </c:pt>
                <c:pt idx="418">
                  <c:v>8.36</c:v>
                </c:pt>
                <c:pt idx="419">
                  <c:v>8.3800000000000008</c:v>
                </c:pt>
                <c:pt idx="420">
                  <c:v>8.4</c:v>
                </c:pt>
                <c:pt idx="421">
                  <c:v>8.42</c:v>
                </c:pt>
                <c:pt idx="422">
                  <c:v>8.44</c:v>
                </c:pt>
                <c:pt idx="423">
                  <c:v>8.4600000000000009</c:v>
                </c:pt>
                <c:pt idx="424">
                  <c:v>8.48</c:v>
                </c:pt>
                <c:pt idx="425">
                  <c:v>8.5</c:v>
                </c:pt>
                <c:pt idx="426">
                  <c:v>8.52</c:v>
                </c:pt>
                <c:pt idx="427">
                  <c:v>8.5399999999999991</c:v>
                </c:pt>
                <c:pt idx="428">
                  <c:v>8.56</c:v>
                </c:pt>
                <c:pt idx="429">
                  <c:v>8.58</c:v>
                </c:pt>
                <c:pt idx="430">
                  <c:v>8.6</c:v>
                </c:pt>
                <c:pt idx="431">
                  <c:v>8.6199999999999992</c:v>
                </c:pt>
                <c:pt idx="432">
                  <c:v>8.64</c:v>
                </c:pt>
                <c:pt idx="433">
                  <c:v>8.66</c:v>
                </c:pt>
                <c:pt idx="434">
                  <c:v>8.68</c:v>
                </c:pt>
                <c:pt idx="435">
                  <c:v>8.6999999999999993</c:v>
                </c:pt>
                <c:pt idx="436">
                  <c:v>8.7200000000000006</c:v>
                </c:pt>
                <c:pt idx="437">
                  <c:v>8.74</c:v>
                </c:pt>
                <c:pt idx="438">
                  <c:v>8.76</c:v>
                </c:pt>
                <c:pt idx="439">
                  <c:v>8.7799999999999994</c:v>
                </c:pt>
                <c:pt idx="440">
                  <c:v>8.8000000000000007</c:v>
                </c:pt>
                <c:pt idx="441">
                  <c:v>8.82</c:v>
                </c:pt>
                <c:pt idx="442">
                  <c:v>8.84</c:v>
                </c:pt>
                <c:pt idx="443">
                  <c:v>8.86</c:v>
                </c:pt>
                <c:pt idx="444">
                  <c:v>8.8800000000000008</c:v>
                </c:pt>
                <c:pt idx="445">
                  <c:v>8.9</c:v>
                </c:pt>
                <c:pt idx="446">
                  <c:v>8.92</c:v>
                </c:pt>
                <c:pt idx="447">
                  <c:v>8.94</c:v>
                </c:pt>
                <c:pt idx="448">
                  <c:v>8.9600000000000009</c:v>
                </c:pt>
                <c:pt idx="449">
                  <c:v>8.98</c:v>
                </c:pt>
                <c:pt idx="450">
                  <c:v>9</c:v>
                </c:pt>
                <c:pt idx="451">
                  <c:v>9.02</c:v>
                </c:pt>
                <c:pt idx="452">
                  <c:v>9.0399999999999991</c:v>
                </c:pt>
                <c:pt idx="453">
                  <c:v>9.06</c:v>
                </c:pt>
                <c:pt idx="454">
                  <c:v>9.08</c:v>
                </c:pt>
                <c:pt idx="455">
                  <c:v>9.1</c:v>
                </c:pt>
                <c:pt idx="456">
                  <c:v>9.1199999999999992</c:v>
                </c:pt>
                <c:pt idx="457">
                  <c:v>9.14</c:v>
                </c:pt>
                <c:pt idx="458">
                  <c:v>9.16</c:v>
                </c:pt>
                <c:pt idx="459">
                  <c:v>9.18</c:v>
                </c:pt>
                <c:pt idx="460">
                  <c:v>9.1999999999999993</c:v>
                </c:pt>
                <c:pt idx="461">
                  <c:v>9.2200000000000006</c:v>
                </c:pt>
                <c:pt idx="462">
                  <c:v>9.24</c:v>
                </c:pt>
                <c:pt idx="463">
                  <c:v>9.26</c:v>
                </c:pt>
                <c:pt idx="464">
                  <c:v>9.2799999999999994</c:v>
                </c:pt>
                <c:pt idx="465">
                  <c:v>9.3000000000000007</c:v>
                </c:pt>
                <c:pt idx="466">
                  <c:v>9.32</c:v>
                </c:pt>
                <c:pt idx="467">
                  <c:v>9.34</c:v>
                </c:pt>
                <c:pt idx="468">
                  <c:v>9.36</c:v>
                </c:pt>
                <c:pt idx="469">
                  <c:v>9.3800000000000008</c:v>
                </c:pt>
                <c:pt idx="470">
                  <c:v>9.4</c:v>
                </c:pt>
                <c:pt idx="471">
                  <c:v>9.42</c:v>
                </c:pt>
                <c:pt idx="472">
                  <c:v>9.44</c:v>
                </c:pt>
                <c:pt idx="473">
                  <c:v>9.4600000000000009</c:v>
                </c:pt>
                <c:pt idx="474">
                  <c:v>9.48</c:v>
                </c:pt>
                <c:pt idx="475">
                  <c:v>9.5</c:v>
                </c:pt>
                <c:pt idx="476">
                  <c:v>9.52</c:v>
                </c:pt>
                <c:pt idx="477">
                  <c:v>9.5399999999999991</c:v>
                </c:pt>
                <c:pt idx="478">
                  <c:v>9.56</c:v>
                </c:pt>
                <c:pt idx="479">
                  <c:v>9.58</c:v>
                </c:pt>
                <c:pt idx="480">
                  <c:v>9.6</c:v>
                </c:pt>
                <c:pt idx="481">
                  <c:v>9.6199999999999992</c:v>
                </c:pt>
                <c:pt idx="482">
                  <c:v>9.64</c:v>
                </c:pt>
                <c:pt idx="483">
                  <c:v>9.66</c:v>
                </c:pt>
                <c:pt idx="484">
                  <c:v>9.68</c:v>
                </c:pt>
                <c:pt idx="485">
                  <c:v>9.6999999999999993</c:v>
                </c:pt>
                <c:pt idx="486">
                  <c:v>9.7200000000000006</c:v>
                </c:pt>
                <c:pt idx="487">
                  <c:v>9.74</c:v>
                </c:pt>
                <c:pt idx="488">
                  <c:v>9.76</c:v>
                </c:pt>
                <c:pt idx="489">
                  <c:v>9.7799999999999994</c:v>
                </c:pt>
                <c:pt idx="490">
                  <c:v>9.8000000000000007</c:v>
                </c:pt>
                <c:pt idx="491">
                  <c:v>9.82</c:v>
                </c:pt>
                <c:pt idx="492">
                  <c:v>9.84</c:v>
                </c:pt>
                <c:pt idx="493">
                  <c:v>9.86</c:v>
                </c:pt>
                <c:pt idx="494">
                  <c:v>9.8800000000000008</c:v>
                </c:pt>
                <c:pt idx="495">
                  <c:v>9.9</c:v>
                </c:pt>
                <c:pt idx="496">
                  <c:v>9.92</c:v>
                </c:pt>
                <c:pt idx="497">
                  <c:v>9.94</c:v>
                </c:pt>
                <c:pt idx="498">
                  <c:v>9.9600000000000009</c:v>
                </c:pt>
                <c:pt idx="499">
                  <c:v>9.98</c:v>
                </c:pt>
                <c:pt idx="500">
                  <c:v>10</c:v>
                </c:pt>
              </c:numCache>
            </c:numRef>
          </c:xVal>
          <c:yVal>
            <c:numRef>
              <c:f>Sheet1!$H$2:$H$502</c:f>
              <c:numCache>
                <c:formatCode>General</c:formatCode>
                <c:ptCount val="5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1E-4</c:v>
                </c:pt>
                <c:pt idx="239">
                  <c:v>1E-4</c:v>
                </c:pt>
                <c:pt idx="240">
                  <c:v>1E-4</c:v>
                </c:pt>
                <c:pt idx="241">
                  <c:v>1E-4</c:v>
                </c:pt>
                <c:pt idx="242">
                  <c:v>1E-4</c:v>
                </c:pt>
                <c:pt idx="243">
                  <c:v>1E-4</c:v>
                </c:pt>
                <c:pt idx="244">
                  <c:v>1E-4</c:v>
                </c:pt>
                <c:pt idx="245">
                  <c:v>1E-4</c:v>
                </c:pt>
                <c:pt idx="246">
                  <c:v>1E-4</c:v>
                </c:pt>
                <c:pt idx="247">
                  <c:v>1E-4</c:v>
                </c:pt>
                <c:pt idx="248">
                  <c:v>2.0000000000000001E-4</c:v>
                </c:pt>
                <c:pt idx="249">
                  <c:v>2.0000000000000001E-4</c:v>
                </c:pt>
                <c:pt idx="250">
                  <c:v>2.0000000000000001E-4</c:v>
                </c:pt>
                <c:pt idx="251">
                  <c:v>2.0000000000000001E-4</c:v>
                </c:pt>
                <c:pt idx="252">
                  <c:v>2.9999999999999997E-4</c:v>
                </c:pt>
                <c:pt idx="253">
                  <c:v>2.9999999999999997E-4</c:v>
                </c:pt>
                <c:pt idx="254">
                  <c:v>2.9999999999999997E-4</c:v>
                </c:pt>
                <c:pt idx="255">
                  <c:v>4.0000000000000002E-4</c:v>
                </c:pt>
                <c:pt idx="256">
                  <c:v>4.0000000000000002E-4</c:v>
                </c:pt>
                <c:pt idx="257">
                  <c:v>4.0000000000000002E-4</c:v>
                </c:pt>
                <c:pt idx="258">
                  <c:v>5.0000000000000001E-4</c:v>
                </c:pt>
                <c:pt idx="259">
                  <c:v>5.0000000000000001E-4</c:v>
                </c:pt>
                <c:pt idx="260">
                  <c:v>5.9999999999999995E-4</c:v>
                </c:pt>
                <c:pt idx="261">
                  <c:v>6.9999999999999999E-4</c:v>
                </c:pt>
                <c:pt idx="262">
                  <c:v>6.9999999999999999E-4</c:v>
                </c:pt>
                <c:pt idx="263">
                  <c:v>8.0000000000000004E-4</c:v>
                </c:pt>
                <c:pt idx="264">
                  <c:v>8.9999999999999998E-4</c:v>
                </c:pt>
                <c:pt idx="265">
                  <c:v>1E-3</c:v>
                </c:pt>
                <c:pt idx="266">
                  <c:v>1.1000000000000001E-3</c:v>
                </c:pt>
                <c:pt idx="267">
                  <c:v>1.1999999999999999E-3</c:v>
                </c:pt>
                <c:pt idx="268">
                  <c:v>1.2999999999999999E-3</c:v>
                </c:pt>
                <c:pt idx="269">
                  <c:v>1.4E-3</c:v>
                </c:pt>
                <c:pt idx="270">
                  <c:v>1.6000000000000001E-3</c:v>
                </c:pt>
                <c:pt idx="271">
                  <c:v>1.6999999999999999E-3</c:v>
                </c:pt>
                <c:pt idx="272">
                  <c:v>1.9E-3</c:v>
                </c:pt>
                <c:pt idx="273">
                  <c:v>2.0999999999999999E-3</c:v>
                </c:pt>
                <c:pt idx="274">
                  <c:v>2.3E-3</c:v>
                </c:pt>
                <c:pt idx="275">
                  <c:v>2.5000000000000001E-3</c:v>
                </c:pt>
                <c:pt idx="276">
                  <c:v>2.7000000000000001E-3</c:v>
                </c:pt>
                <c:pt idx="277">
                  <c:v>3.0000000000000001E-3</c:v>
                </c:pt>
                <c:pt idx="278">
                  <c:v>3.3E-3</c:v>
                </c:pt>
                <c:pt idx="279">
                  <c:v>3.5999999999999999E-3</c:v>
                </c:pt>
                <c:pt idx="280">
                  <c:v>3.8999999999999998E-3</c:v>
                </c:pt>
                <c:pt idx="281">
                  <c:v>4.1999999999999997E-3</c:v>
                </c:pt>
                <c:pt idx="282">
                  <c:v>4.5999999999999999E-3</c:v>
                </c:pt>
                <c:pt idx="283">
                  <c:v>5.0000000000000001E-3</c:v>
                </c:pt>
                <c:pt idx="284">
                  <c:v>5.4000000000000003E-3</c:v>
                </c:pt>
                <c:pt idx="285">
                  <c:v>5.8999999999999999E-3</c:v>
                </c:pt>
                <c:pt idx="286">
                  <c:v>6.4000000000000003E-3</c:v>
                </c:pt>
                <c:pt idx="287">
                  <c:v>6.8999999999999999E-3</c:v>
                </c:pt>
                <c:pt idx="288">
                  <c:v>7.4999999999999997E-3</c:v>
                </c:pt>
                <c:pt idx="289">
                  <c:v>8.0999999999999996E-3</c:v>
                </c:pt>
                <c:pt idx="290">
                  <c:v>8.8000000000000005E-3</c:v>
                </c:pt>
                <c:pt idx="291">
                  <c:v>9.4999999999999998E-3</c:v>
                </c:pt>
                <c:pt idx="292">
                  <c:v>1.03E-2</c:v>
                </c:pt>
                <c:pt idx="293">
                  <c:v>1.11E-2</c:v>
                </c:pt>
                <c:pt idx="294">
                  <c:v>1.1900000000000001E-2</c:v>
                </c:pt>
                <c:pt idx="295">
                  <c:v>1.2800000000000001E-2</c:v>
                </c:pt>
                <c:pt idx="296">
                  <c:v>1.38E-2</c:v>
                </c:pt>
                <c:pt idx="297">
                  <c:v>1.4800000000000001E-2</c:v>
                </c:pt>
                <c:pt idx="298">
                  <c:v>1.5900000000000001E-2</c:v>
                </c:pt>
                <c:pt idx="299">
                  <c:v>1.7100000000000001E-2</c:v>
                </c:pt>
                <c:pt idx="300">
                  <c:v>1.83E-2</c:v>
                </c:pt>
                <c:pt idx="301">
                  <c:v>1.9599999999999999E-2</c:v>
                </c:pt>
                <c:pt idx="302">
                  <c:v>2.1000000000000001E-2</c:v>
                </c:pt>
                <c:pt idx="303">
                  <c:v>2.2499999999999999E-2</c:v>
                </c:pt>
                <c:pt idx="304">
                  <c:v>2.4E-2</c:v>
                </c:pt>
                <c:pt idx="305">
                  <c:v>2.5700000000000001E-2</c:v>
                </c:pt>
                <c:pt idx="306">
                  <c:v>2.7400000000000001E-2</c:v>
                </c:pt>
                <c:pt idx="307">
                  <c:v>2.92E-2</c:v>
                </c:pt>
                <c:pt idx="308">
                  <c:v>3.1099999999999999E-2</c:v>
                </c:pt>
                <c:pt idx="309">
                  <c:v>3.3099999999999997E-2</c:v>
                </c:pt>
                <c:pt idx="310">
                  <c:v>3.5200000000000002E-2</c:v>
                </c:pt>
                <c:pt idx="311">
                  <c:v>3.7400000000000003E-2</c:v>
                </c:pt>
                <c:pt idx="312">
                  <c:v>3.9800000000000002E-2</c:v>
                </c:pt>
                <c:pt idx="313">
                  <c:v>4.2200000000000001E-2</c:v>
                </c:pt>
                <c:pt idx="314">
                  <c:v>4.4699999999999997E-2</c:v>
                </c:pt>
                <c:pt idx="315">
                  <c:v>4.7399999999999998E-2</c:v>
                </c:pt>
                <c:pt idx="316">
                  <c:v>5.0099999999999999E-2</c:v>
                </c:pt>
                <c:pt idx="317">
                  <c:v>5.2999999999999999E-2</c:v>
                </c:pt>
                <c:pt idx="318">
                  <c:v>5.6000000000000001E-2</c:v>
                </c:pt>
                <c:pt idx="319">
                  <c:v>5.91E-2</c:v>
                </c:pt>
                <c:pt idx="320">
                  <c:v>6.2399999999999997E-2</c:v>
                </c:pt>
                <c:pt idx="321">
                  <c:v>6.5799999999999997E-2</c:v>
                </c:pt>
                <c:pt idx="322">
                  <c:v>6.93E-2</c:v>
                </c:pt>
                <c:pt idx="323">
                  <c:v>7.2900000000000006E-2</c:v>
                </c:pt>
                <c:pt idx="324">
                  <c:v>7.6600000000000001E-2</c:v>
                </c:pt>
                <c:pt idx="325">
                  <c:v>8.0500000000000002E-2</c:v>
                </c:pt>
                <c:pt idx="326">
                  <c:v>8.4500000000000006E-2</c:v>
                </c:pt>
                <c:pt idx="327">
                  <c:v>8.8700000000000001E-2</c:v>
                </c:pt>
                <c:pt idx="328">
                  <c:v>9.2899999999999996E-2</c:v>
                </c:pt>
                <c:pt idx="329">
                  <c:v>9.7299999999999998E-2</c:v>
                </c:pt>
                <c:pt idx="330">
                  <c:v>0.1018</c:v>
                </c:pt>
                <c:pt idx="331">
                  <c:v>0.1065</c:v>
                </c:pt>
                <c:pt idx="332">
                  <c:v>0.11119999999999999</c:v>
                </c:pt>
                <c:pt idx="333">
                  <c:v>0.11609999999999999</c:v>
                </c:pt>
                <c:pt idx="334">
                  <c:v>0.1211</c:v>
                </c:pt>
                <c:pt idx="335">
                  <c:v>0.12620000000000001</c:v>
                </c:pt>
                <c:pt idx="336">
                  <c:v>0.13139999999999999</c:v>
                </c:pt>
                <c:pt idx="337">
                  <c:v>0.13669999999999999</c:v>
                </c:pt>
                <c:pt idx="338">
                  <c:v>0.1421</c:v>
                </c:pt>
                <c:pt idx="339">
                  <c:v>0.14760000000000001</c:v>
                </c:pt>
                <c:pt idx="340">
                  <c:v>0.15310000000000001</c:v>
                </c:pt>
                <c:pt idx="341">
                  <c:v>0.1588</c:v>
                </c:pt>
                <c:pt idx="342">
                  <c:v>0.1646</c:v>
                </c:pt>
                <c:pt idx="343">
                  <c:v>0.1704</c:v>
                </c:pt>
                <c:pt idx="344">
                  <c:v>0.1762</c:v>
                </c:pt>
                <c:pt idx="345">
                  <c:v>0.1822</c:v>
                </c:pt>
                <c:pt idx="346">
                  <c:v>0.18809999999999999</c:v>
                </c:pt>
                <c:pt idx="347">
                  <c:v>0.19409999999999999</c:v>
                </c:pt>
                <c:pt idx="348">
                  <c:v>0.20019999999999999</c:v>
                </c:pt>
                <c:pt idx="349">
                  <c:v>0.20619999999999999</c:v>
                </c:pt>
                <c:pt idx="350">
                  <c:v>0.21229999999999999</c:v>
                </c:pt>
                <c:pt idx="351">
                  <c:v>0.21829999999999999</c:v>
                </c:pt>
                <c:pt idx="352">
                  <c:v>0.22439999999999999</c:v>
                </c:pt>
                <c:pt idx="353">
                  <c:v>0.23039999999999999</c:v>
                </c:pt>
                <c:pt idx="354">
                  <c:v>0.2364</c:v>
                </c:pt>
                <c:pt idx="355">
                  <c:v>0.2424</c:v>
                </c:pt>
                <c:pt idx="356">
                  <c:v>0.24829999999999999</c:v>
                </c:pt>
                <c:pt idx="357">
                  <c:v>0.25419999999999998</c:v>
                </c:pt>
                <c:pt idx="428">
                  <c:v>0.1646</c:v>
                </c:pt>
                <c:pt idx="429">
                  <c:v>0.1588</c:v>
                </c:pt>
                <c:pt idx="430">
                  <c:v>0.15310000000000001</c:v>
                </c:pt>
                <c:pt idx="431">
                  <c:v>0.14760000000000001</c:v>
                </c:pt>
                <c:pt idx="432">
                  <c:v>0.1421</c:v>
                </c:pt>
                <c:pt idx="433">
                  <c:v>0.13669999999999999</c:v>
                </c:pt>
                <c:pt idx="434">
                  <c:v>0.13139999999999999</c:v>
                </c:pt>
                <c:pt idx="435">
                  <c:v>0.12620000000000001</c:v>
                </c:pt>
                <c:pt idx="436">
                  <c:v>0.1211</c:v>
                </c:pt>
                <c:pt idx="437">
                  <c:v>0.11609999999999999</c:v>
                </c:pt>
                <c:pt idx="438">
                  <c:v>0.11119999999999999</c:v>
                </c:pt>
                <c:pt idx="439">
                  <c:v>0.1065</c:v>
                </c:pt>
                <c:pt idx="440">
                  <c:v>0.1018</c:v>
                </c:pt>
                <c:pt idx="441">
                  <c:v>9.7299999999999998E-2</c:v>
                </c:pt>
                <c:pt idx="442">
                  <c:v>9.2899999999999996E-2</c:v>
                </c:pt>
                <c:pt idx="443">
                  <c:v>8.8700000000000001E-2</c:v>
                </c:pt>
                <c:pt idx="444">
                  <c:v>8.4500000000000006E-2</c:v>
                </c:pt>
                <c:pt idx="445">
                  <c:v>8.0500000000000002E-2</c:v>
                </c:pt>
                <c:pt idx="446">
                  <c:v>7.6600000000000001E-2</c:v>
                </c:pt>
                <c:pt idx="447">
                  <c:v>7.2900000000000006E-2</c:v>
                </c:pt>
                <c:pt idx="448">
                  <c:v>6.93E-2</c:v>
                </c:pt>
                <c:pt idx="449">
                  <c:v>6.5799999999999997E-2</c:v>
                </c:pt>
                <c:pt idx="450">
                  <c:v>6.2399999999999997E-2</c:v>
                </c:pt>
                <c:pt idx="451">
                  <c:v>5.91E-2</c:v>
                </c:pt>
                <c:pt idx="452">
                  <c:v>5.6000000000000001E-2</c:v>
                </c:pt>
                <c:pt idx="453">
                  <c:v>5.2999999999999999E-2</c:v>
                </c:pt>
                <c:pt idx="454">
                  <c:v>5.0099999999999999E-2</c:v>
                </c:pt>
                <c:pt idx="455">
                  <c:v>4.7399999999999998E-2</c:v>
                </c:pt>
                <c:pt idx="456">
                  <c:v>4.4699999999999997E-2</c:v>
                </c:pt>
                <c:pt idx="457">
                  <c:v>4.2200000000000001E-2</c:v>
                </c:pt>
                <c:pt idx="458">
                  <c:v>3.9800000000000002E-2</c:v>
                </c:pt>
                <c:pt idx="459">
                  <c:v>3.7400000000000003E-2</c:v>
                </c:pt>
                <c:pt idx="460">
                  <c:v>3.5200000000000002E-2</c:v>
                </c:pt>
                <c:pt idx="461">
                  <c:v>3.3099999999999997E-2</c:v>
                </c:pt>
                <c:pt idx="462">
                  <c:v>3.1099999999999999E-2</c:v>
                </c:pt>
                <c:pt idx="463">
                  <c:v>2.92E-2</c:v>
                </c:pt>
                <c:pt idx="464">
                  <c:v>2.7400000000000001E-2</c:v>
                </c:pt>
                <c:pt idx="465">
                  <c:v>2.5700000000000001E-2</c:v>
                </c:pt>
                <c:pt idx="466">
                  <c:v>2.4E-2</c:v>
                </c:pt>
                <c:pt idx="467">
                  <c:v>2.2499999999999999E-2</c:v>
                </c:pt>
                <c:pt idx="468">
                  <c:v>2.1000000000000001E-2</c:v>
                </c:pt>
                <c:pt idx="469">
                  <c:v>1.9599999999999999E-2</c:v>
                </c:pt>
                <c:pt idx="470">
                  <c:v>1.83E-2</c:v>
                </c:pt>
                <c:pt idx="471">
                  <c:v>1.7100000000000001E-2</c:v>
                </c:pt>
                <c:pt idx="472">
                  <c:v>1.5900000000000001E-2</c:v>
                </c:pt>
                <c:pt idx="473">
                  <c:v>1.4800000000000001E-2</c:v>
                </c:pt>
                <c:pt idx="474">
                  <c:v>1.38E-2</c:v>
                </c:pt>
                <c:pt idx="475">
                  <c:v>1.2800000000000001E-2</c:v>
                </c:pt>
                <c:pt idx="476">
                  <c:v>1.1900000000000001E-2</c:v>
                </c:pt>
                <c:pt idx="477">
                  <c:v>1.11E-2</c:v>
                </c:pt>
                <c:pt idx="478">
                  <c:v>1.03E-2</c:v>
                </c:pt>
                <c:pt idx="479">
                  <c:v>9.4999999999999998E-3</c:v>
                </c:pt>
                <c:pt idx="480">
                  <c:v>8.8000000000000005E-3</c:v>
                </c:pt>
                <c:pt idx="481">
                  <c:v>8.0999999999999996E-3</c:v>
                </c:pt>
                <c:pt idx="482">
                  <c:v>7.4999999999999997E-3</c:v>
                </c:pt>
                <c:pt idx="483">
                  <c:v>6.8999999999999999E-3</c:v>
                </c:pt>
                <c:pt idx="484">
                  <c:v>6.4000000000000003E-3</c:v>
                </c:pt>
                <c:pt idx="485">
                  <c:v>5.8999999999999999E-3</c:v>
                </c:pt>
                <c:pt idx="486">
                  <c:v>5.4000000000000003E-3</c:v>
                </c:pt>
                <c:pt idx="487">
                  <c:v>5.0000000000000001E-3</c:v>
                </c:pt>
                <c:pt idx="488">
                  <c:v>4.5999999999999999E-3</c:v>
                </c:pt>
                <c:pt idx="489">
                  <c:v>4.1999999999999997E-3</c:v>
                </c:pt>
                <c:pt idx="490">
                  <c:v>3.8999999999999998E-3</c:v>
                </c:pt>
                <c:pt idx="491">
                  <c:v>3.5999999999999999E-3</c:v>
                </c:pt>
                <c:pt idx="492">
                  <c:v>3.3E-3</c:v>
                </c:pt>
                <c:pt idx="493">
                  <c:v>3.0000000000000001E-3</c:v>
                </c:pt>
                <c:pt idx="494">
                  <c:v>2.7000000000000001E-3</c:v>
                </c:pt>
                <c:pt idx="495">
                  <c:v>2.5000000000000001E-3</c:v>
                </c:pt>
                <c:pt idx="496">
                  <c:v>2.3E-3</c:v>
                </c:pt>
                <c:pt idx="497">
                  <c:v>2.0999999999999999E-3</c:v>
                </c:pt>
                <c:pt idx="498">
                  <c:v>1.9E-3</c:v>
                </c:pt>
                <c:pt idx="499">
                  <c:v>1.6999999999999999E-3</c:v>
                </c:pt>
                <c:pt idx="500">
                  <c:v>1.6000000000000001E-3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2FE9-4B1D-A75B-D76056044CAD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tempête 8</c:v>
                </c:pt>
              </c:strCache>
            </c:strRef>
          </c:tx>
          <c:spPr>
            <a:ln w="19050" cap="flat">
              <a:solidFill>
                <a:srgbClr val="A9C6E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Sheet1!$A$2:$A$502</c:f>
              <c:numCache>
                <c:formatCode>General</c:formatCode>
                <c:ptCount val="5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0.28000000000000003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0.56000000000000005</c:v>
                </c:pt>
                <c:pt idx="29">
                  <c:v>0.57999999999999996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  <c:pt idx="51">
                  <c:v>1.02</c:v>
                </c:pt>
                <c:pt idx="52">
                  <c:v>1.04</c:v>
                </c:pt>
                <c:pt idx="53">
                  <c:v>1.06</c:v>
                </c:pt>
                <c:pt idx="54">
                  <c:v>1.08</c:v>
                </c:pt>
                <c:pt idx="55">
                  <c:v>1.1000000000000001</c:v>
                </c:pt>
                <c:pt idx="56">
                  <c:v>1.1200000000000001</c:v>
                </c:pt>
                <c:pt idx="57">
                  <c:v>1.1399999999999999</c:v>
                </c:pt>
                <c:pt idx="58">
                  <c:v>1.1599999999999999</c:v>
                </c:pt>
                <c:pt idx="59">
                  <c:v>1.18</c:v>
                </c:pt>
                <c:pt idx="60">
                  <c:v>1.2</c:v>
                </c:pt>
                <c:pt idx="61">
                  <c:v>1.22</c:v>
                </c:pt>
                <c:pt idx="62">
                  <c:v>1.24</c:v>
                </c:pt>
                <c:pt idx="63">
                  <c:v>1.26</c:v>
                </c:pt>
                <c:pt idx="64">
                  <c:v>1.28</c:v>
                </c:pt>
                <c:pt idx="65">
                  <c:v>1.3</c:v>
                </c:pt>
                <c:pt idx="66">
                  <c:v>1.32</c:v>
                </c:pt>
                <c:pt idx="67">
                  <c:v>1.34</c:v>
                </c:pt>
                <c:pt idx="68">
                  <c:v>1.36</c:v>
                </c:pt>
                <c:pt idx="69">
                  <c:v>1.38</c:v>
                </c:pt>
                <c:pt idx="70">
                  <c:v>1.4</c:v>
                </c:pt>
                <c:pt idx="71">
                  <c:v>1.42</c:v>
                </c:pt>
                <c:pt idx="72">
                  <c:v>1.44</c:v>
                </c:pt>
                <c:pt idx="73">
                  <c:v>1.46</c:v>
                </c:pt>
                <c:pt idx="74">
                  <c:v>1.48</c:v>
                </c:pt>
                <c:pt idx="75">
                  <c:v>1.5</c:v>
                </c:pt>
                <c:pt idx="76">
                  <c:v>1.52</c:v>
                </c:pt>
                <c:pt idx="77">
                  <c:v>1.54</c:v>
                </c:pt>
                <c:pt idx="78">
                  <c:v>1.56</c:v>
                </c:pt>
                <c:pt idx="79">
                  <c:v>1.58</c:v>
                </c:pt>
                <c:pt idx="80">
                  <c:v>1.6</c:v>
                </c:pt>
                <c:pt idx="81">
                  <c:v>1.62</c:v>
                </c:pt>
                <c:pt idx="82">
                  <c:v>1.64</c:v>
                </c:pt>
                <c:pt idx="83">
                  <c:v>1.66</c:v>
                </c:pt>
                <c:pt idx="84">
                  <c:v>1.68</c:v>
                </c:pt>
                <c:pt idx="85">
                  <c:v>1.7</c:v>
                </c:pt>
                <c:pt idx="86">
                  <c:v>1.72</c:v>
                </c:pt>
                <c:pt idx="87">
                  <c:v>1.74</c:v>
                </c:pt>
                <c:pt idx="88">
                  <c:v>1.76</c:v>
                </c:pt>
                <c:pt idx="89">
                  <c:v>1.78</c:v>
                </c:pt>
                <c:pt idx="90">
                  <c:v>1.8</c:v>
                </c:pt>
                <c:pt idx="91">
                  <c:v>1.82</c:v>
                </c:pt>
                <c:pt idx="92">
                  <c:v>1.84</c:v>
                </c:pt>
                <c:pt idx="93">
                  <c:v>1.86</c:v>
                </c:pt>
                <c:pt idx="94">
                  <c:v>1.88</c:v>
                </c:pt>
                <c:pt idx="95">
                  <c:v>1.9</c:v>
                </c:pt>
                <c:pt idx="96">
                  <c:v>1.92</c:v>
                </c:pt>
                <c:pt idx="97">
                  <c:v>1.94</c:v>
                </c:pt>
                <c:pt idx="98">
                  <c:v>1.96</c:v>
                </c:pt>
                <c:pt idx="99">
                  <c:v>1.98</c:v>
                </c:pt>
                <c:pt idx="100">
                  <c:v>2</c:v>
                </c:pt>
                <c:pt idx="101">
                  <c:v>2.02</c:v>
                </c:pt>
                <c:pt idx="102">
                  <c:v>2.04</c:v>
                </c:pt>
                <c:pt idx="103">
                  <c:v>2.06</c:v>
                </c:pt>
                <c:pt idx="104">
                  <c:v>2.08</c:v>
                </c:pt>
                <c:pt idx="105">
                  <c:v>2.1</c:v>
                </c:pt>
                <c:pt idx="106">
                  <c:v>2.12</c:v>
                </c:pt>
                <c:pt idx="107">
                  <c:v>2.14</c:v>
                </c:pt>
                <c:pt idx="108">
                  <c:v>2.16</c:v>
                </c:pt>
                <c:pt idx="109">
                  <c:v>2.1800000000000002</c:v>
                </c:pt>
                <c:pt idx="110">
                  <c:v>2.2000000000000002</c:v>
                </c:pt>
                <c:pt idx="111">
                  <c:v>2.2200000000000002</c:v>
                </c:pt>
                <c:pt idx="112">
                  <c:v>2.2400000000000002</c:v>
                </c:pt>
                <c:pt idx="113">
                  <c:v>2.2599999999999998</c:v>
                </c:pt>
                <c:pt idx="114">
                  <c:v>2.2799999999999998</c:v>
                </c:pt>
                <c:pt idx="115">
                  <c:v>2.2999999999999998</c:v>
                </c:pt>
                <c:pt idx="116">
                  <c:v>2.3199999999999998</c:v>
                </c:pt>
                <c:pt idx="117">
                  <c:v>2.34</c:v>
                </c:pt>
                <c:pt idx="118">
                  <c:v>2.36</c:v>
                </c:pt>
                <c:pt idx="119">
                  <c:v>2.38</c:v>
                </c:pt>
                <c:pt idx="120">
                  <c:v>2.4</c:v>
                </c:pt>
                <c:pt idx="121">
                  <c:v>2.42</c:v>
                </c:pt>
                <c:pt idx="122">
                  <c:v>2.44</c:v>
                </c:pt>
                <c:pt idx="123">
                  <c:v>2.46</c:v>
                </c:pt>
                <c:pt idx="124">
                  <c:v>2.48</c:v>
                </c:pt>
                <c:pt idx="125">
                  <c:v>2.5</c:v>
                </c:pt>
                <c:pt idx="126">
                  <c:v>2.52</c:v>
                </c:pt>
                <c:pt idx="127">
                  <c:v>2.54</c:v>
                </c:pt>
                <c:pt idx="128">
                  <c:v>2.56</c:v>
                </c:pt>
                <c:pt idx="129">
                  <c:v>2.58</c:v>
                </c:pt>
                <c:pt idx="130">
                  <c:v>2.6</c:v>
                </c:pt>
                <c:pt idx="131">
                  <c:v>2.62</c:v>
                </c:pt>
                <c:pt idx="132">
                  <c:v>2.64</c:v>
                </c:pt>
                <c:pt idx="133">
                  <c:v>2.66</c:v>
                </c:pt>
                <c:pt idx="134">
                  <c:v>2.68</c:v>
                </c:pt>
                <c:pt idx="135">
                  <c:v>2.7</c:v>
                </c:pt>
                <c:pt idx="136">
                  <c:v>2.72</c:v>
                </c:pt>
                <c:pt idx="137">
                  <c:v>2.74</c:v>
                </c:pt>
                <c:pt idx="138">
                  <c:v>2.76</c:v>
                </c:pt>
                <c:pt idx="139">
                  <c:v>2.78</c:v>
                </c:pt>
                <c:pt idx="140">
                  <c:v>2.8</c:v>
                </c:pt>
                <c:pt idx="141">
                  <c:v>2.82</c:v>
                </c:pt>
                <c:pt idx="142">
                  <c:v>2.84</c:v>
                </c:pt>
                <c:pt idx="143">
                  <c:v>2.86</c:v>
                </c:pt>
                <c:pt idx="144">
                  <c:v>2.88</c:v>
                </c:pt>
                <c:pt idx="145">
                  <c:v>2.9</c:v>
                </c:pt>
                <c:pt idx="146">
                  <c:v>2.92</c:v>
                </c:pt>
                <c:pt idx="147">
                  <c:v>2.94</c:v>
                </c:pt>
                <c:pt idx="148">
                  <c:v>2.96</c:v>
                </c:pt>
                <c:pt idx="149">
                  <c:v>2.98</c:v>
                </c:pt>
                <c:pt idx="150">
                  <c:v>3</c:v>
                </c:pt>
                <c:pt idx="151">
                  <c:v>3.02</c:v>
                </c:pt>
                <c:pt idx="152">
                  <c:v>3.04</c:v>
                </c:pt>
                <c:pt idx="153">
                  <c:v>3.06</c:v>
                </c:pt>
                <c:pt idx="154">
                  <c:v>3.08</c:v>
                </c:pt>
                <c:pt idx="155">
                  <c:v>3.1</c:v>
                </c:pt>
                <c:pt idx="156">
                  <c:v>3.12</c:v>
                </c:pt>
                <c:pt idx="157">
                  <c:v>3.14</c:v>
                </c:pt>
                <c:pt idx="158">
                  <c:v>3.16</c:v>
                </c:pt>
                <c:pt idx="159">
                  <c:v>3.18</c:v>
                </c:pt>
                <c:pt idx="160">
                  <c:v>3.2</c:v>
                </c:pt>
                <c:pt idx="161">
                  <c:v>3.22</c:v>
                </c:pt>
                <c:pt idx="162">
                  <c:v>3.24</c:v>
                </c:pt>
                <c:pt idx="163">
                  <c:v>3.26</c:v>
                </c:pt>
                <c:pt idx="164">
                  <c:v>3.28</c:v>
                </c:pt>
                <c:pt idx="165">
                  <c:v>3.3</c:v>
                </c:pt>
                <c:pt idx="166">
                  <c:v>3.32</c:v>
                </c:pt>
                <c:pt idx="167">
                  <c:v>3.34</c:v>
                </c:pt>
                <c:pt idx="168">
                  <c:v>3.36</c:v>
                </c:pt>
                <c:pt idx="169">
                  <c:v>3.38</c:v>
                </c:pt>
                <c:pt idx="170">
                  <c:v>3.4</c:v>
                </c:pt>
                <c:pt idx="171">
                  <c:v>3.42</c:v>
                </c:pt>
                <c:pt idx="172">
                  <c:v>3.44</c:v>
                </c:pt>
                <c:pt idx="173">
                  <c:v>3.46</c:v>
                </c:pt>
                <c:pt idx="174">
                  <c:v>3.48</c:v>
                </c:pt>
                <c:pt idx="175">
                  <c:v>3.5</c:v>
                </c:pt>
                <c:pt idx="176">
                  <c:v>3.52</c:v>
                </c:pt>
                <c:pt idx="177">
                  <c:v>3.54</c:v>
                </c:pt>
                <c:pt idx="178">
                  <c:v>3.56</c:v>
                </c:pt>
                <c:pt idx="179">
                  <c:v>3.58</c:v>
                </c:pt>
                <c:pt idx="180">
                  <c:v>3.6</c:v>
                </c:pt>
                <c:pt idx="181">
                  <c:v>3.62</c:v>
                </c:pt>
                <c:pt idx="182">
                  <c:v>3.64</c:v>
                </c:pt>
                <c:pt idx="183">
                  <c:v>3.66</c:v>
                </c:pt>
                <c:pt idx="184">
                  <c:v>3.68</c:v>
                </c:pt>
                <c:pt idx="185">
                  <c:v>3.7</c:v>
                </c:pt>
                <c:pt idx="186">
                  <c:v>3.72</c:v>
                </c:pt>
                <c:pt idx="187">
                  <c:v>3.74</c:v>
                </c:pt>
                <c:pt idx="188">
                  <c:v>3.76</c:v>
                </c:pt>
                <c:pt idx="189">
                  <c:v>3.78</c:v>
                </c:pt>
                <c:pt idx="190">
                  <c:v>3.8</c:v>
                </c:pt>
                <c:pt idx="191">
                  <c:v>3.82</c:v>
                </c:pt>
                <c:pt idx="192">
                  <c:v>3.84</c:v>
                </c:pt>
                <c:pt idx="193">
                  <c:v>3.86</c:v>
                </c:pt>
                <c:pt idx="194">
                  <c:v>3.88</c:v>
                </c:pt>
                <c:pt idx="195">
                  <c:v>3.9</c:v>
                </c:pt>
                <c:pt idx="196">
                  <c:v>3.92</c:v>
                </c:pt>
                <c:pt idx="197">
                  <c:v>3.94</c:v>
                </c:pt>
                <c:pt idx="198">
                  <c:v>3.96</c:v>
                </c:pt>
                <c:pt idx="199">
                  <c:v>3.98</c:v>
                </c:pt>
                <c:pt idx="200">
                  <c:v>4</c:v>
                </c:pt>
                <c:pt idx="201">
                  <c:v>4.0199999999999996</c:v>
                </c:pt>
                <c:pt idx="202">
                  <c:v>4.04</c:v>
                </c:pt>
                <c:pt idx="203">
                  <c:v>4.0599999999999996</c:v>
                </c:pt>
                <c:pt idx="204">
                  <c:v>4.08</c:v>
                </c:pt>
                <c:pt idx="205">
                  <c:v>4.0999999999999996</c:v>
                </c:pt>
                <c:pt idx="206">
                  <c:v>4.12</c:v>
                </c:pt>
                <c:pt idx="207">
                  <c:v>4.1399999999999997</c:v>
                </c:pt>
                <c:pt idx="208">
                  <c:v>4.16</c:v>
                </c:pt>
                <c:pt idx="209">
                  <c:v>4.18</c:v>
                </c:pt>
                <c:pt idx="210">
                  <c:v>4.2</c:v>
                </c:pt>
                <c:pt idx="211">
                  <c:v>4.22</c:v>
                </c:pt>
                <c:pt idx="212">
                  <c:v>4.24</c:v>
                </c:pt>
                <c:pt idx="213">
                  <c:v>4.26</c:v>
                </c:pt>
                <c:pt idx="214">
                  <c:v>4.28</c:v>
                </c:pt>
                <c:pt idx="215">
                  <c:v>4.3</c:v>
                </c:pt>
                <c:pt idx="216">
                  <c:v>4.32</c:v>
                </c:pt>
                <c:pt idx="217">
                  <c:v>4.34</c:v>
                </c:pt>
                <c:pt idx="218">
                  <c:v>4.3600000000000003</c:v>
                </c:pt>
                <c:pt idx="219">
                  <c:v>4.38</c:v>
                </c:pt>
                <c:pt idx="220">
                  <c:v>4.4000000000000004</c:v>
                </c:pt>
                <c:pt idx="221">
                  <c:v>4.42</c:v>
                </c:pt>
                <c:pt idx="222">
                  <c:v>4.4400000000000004</c:v>
                </c:pt>
                <c:pt idx="223">
                  <c:v>4.46</c:v>
                </c:pt>
                <c:pt idx="224">
                  <c:v>4.4800000000000004</c:v>
                </c:pt>
                <c:pt idx="225">
                  <c:v>4.5</c:v>
                </c:pt>
                <c:pt idx="226">
                  <c:v>4.5199999999999996</c:v>
                </c:pt>
                <c:pt idx="227">
                  <c:v>4.54</c:v>
                </c:pt>
                <c:pt idx="228">
                  <c:v>4.5599999999999996</c:v>
                </c:pt>
                <c:pt idx="229">
                  <c:v>4.58</c:v>
                </c:pt>
                <c:pt idx="230">
                  <c:v>4.5999999999999996</c:v>
                </c:pt>
                <c:pt idx="231">
                  <c:v>4.62</c:v>
                </c:pt>
                <c:pt idx="232">
                  <c:v>4.6399999999999997</c:v>
                </c:pt>
                <c:pt idx="233">
                  <c:v>4.66</c:v>
                </c:pt>
                <c:pt idx="234">
                  <c:v>4.68</c:v>
                </c:pt>
                <c:pt idx="235">
                  <c:v>4.7</c:v>
                </c:pt>
                <c:pt idx="236">
                  <c:v>4.72</c:v>
                </c:pt>
                <c:pt idx="237">
                  <c:v>4.74</c:v>
                </c:pt>
                <c:pt idx="238">
                  <c:v>4.76</c:v>
                </c:pt>
                <c:pt idx="239">
                  <c:v>4.78</c:v>
                </c:pt>
                <c:pt idx="240">
                  <c:v>4.8</c:v>
                </c:pt>
                <c:pt idx="241">
                  <c:v>4.82</c:v>
                </c:pt>
                <c:pt idx="242">
                  <c:v>4.84</c:v>
                </c:pt>
                <c:pt idx="243">
                  <c:v>4.8600000000000003</c:v>
                </c:pt>
                <c:pt idx="244">
                  <c:v>4.88</c:v>
                </c:pt>
                <c:pt idx="245">
                  <c:v>4.9000000000000004</c:v>
                </c:pt>
                <c:pt idx="246">
                  <c:v>4.92</c:v>
                </c:pt>
                <c:pt idx="247">
                  <c:v>4.9400000000000004</c:v>
                </c:pt>
                <c:pt idx="248">
                  <c:v>4.96</c:v>
                </c:pt>
                <c:pt idx="249">
                  <c:v>4.9800000000000004</c:v>
                </c:pt>
                <c:pt idx="250">
                  <c:v>5</c:v>
                </c:pt>
                <c:pt idx="251">
                  <c:v>5.0199999999999996</c:v>
                </c:pt>
                <c:pt idx="252">
                  <c:v>5.04</c:v>
                </c:pt>
                <c:pt idx="253">
                  <c:v>5.0599999999999996</c:v>
                </c:pt>
                <c:pt idx="254">
                  <c:v>5.08</c:v>
                </c:pt>
                <c:pt idx="255">
                  <c:v>5.0999999999999996</c:v>
                </c:pt>
                <c:pt idx="256">
                  <c:v>5.12</c:v>
                </c:pt>
                <c:pt idx="257">
                  <c:v>5.14</c:v>
                </c:pt>
                <c:pt idx="258">
                  <c:v>5.16</c:v>
                </c:pt>
                <c:pt idx="259">
                  <c:v>5.18</c:v>
                </c:pt>
                <c:pt idx="260">
                  <c:v>5.2</c:v>
                </c:pt>
                <c:pt idx="261">
                  <c:v>5.22</c:v>
                </c:pt>
                <c:pt idx="262">
                  <c:v>5.24</c:v>
                </c:pt>
                <c:pt idx="263">
                  <c:v>5.26</c:v>
                </c:pt>
                <c:pt idx="264">
                  <c:v>5.28</c:v>
                </c:pt>
                <c:pt idx="265">
                  <c:v>5.3</c:v>
                </c:pt>
                <c:pt idx="266">
                  <c:v>5.32</c:v>
                </c:pt>
                <c:pt idx="267">
                  <c:v>5.34</c:v>
                </c:pt>
                <c:pt idx="268">
                  <c:v>5.36</c:v>
                </c:pt>
                <c:pt idx="269">
                  <c:v>5.38</c:v>
                </c:pt>
                <c:pt idx="270">
                  <c:v>5.4</c:v>
                </c:pt>
                <c:pt idx="271">
                  <c:v>5.42</c:v>
                </c:pt>
                <c:pt idx="272">
                  <c:v>5.44</c:v>
                </c:pt>
                <c:pt idx="273">
                  <c:v>5.46</c:v>
                </c:pt>
                <c:pt idx="274">
                  <c:v>5.48</c:v>
                </c:pt>
                <c:pt idx="275">
                  <c:v>5.5</c:v>
                </c:pt>
                <c:pt idx="276">
                  <c:v>5.52</c:v>
                </c:pt>
                <c:pt idx="277">
                  <c:v>5.54</c:v>
                </c:pt>
                <c:pt idx="278">
                  <c:v>5.56</c:v>
                </c:pt>
                <c:pt idx="279">
                  <c:v>5.58</c:v>
                </c:pt>
                <c:pt idx="280">
                  <c:v>5.6</c:v>
                </c:pt>
                <c:pt idx="281">
                  <c:v>5.62</c:v>
                </c:pt>
                <c:pt idx="282">
                  <c:v>5.64</c:v>
                </c:pt>
                <c:pt idx="283">
                  <c:v>5.66</c:v>
                </c:pt>
                <c:pt idx="284">
                  <c:v>5.68</c:v>
                </c:pt>
                <c:pt idx="285">
                  <c:v>5.7</c:v>
                </c:pt>
                <c:pt idx="286">
                  <c:v>5.72</c:v>
                </c:pt>
                <c:pt idx="287">
                  <c:v>5.74</c:v>
                </c:pt>
                <c:pt idx="288">
                  <c:v>5.76</c:v>
                </c:pt>
                <c:pt idx="289">
                  <c:v>5.78</c:v>
                </c:pt>
                <c:pt idx="290">
                  <c:v>5.8</c:v>
                </c:pt>
                <c:pt idx="291">
                  <c:v>5.82</c:v>
                </c:pt>
                <c:pt idx="292">
                  <c:v>5.84</c:v>
                </c:pt>
                <c:pt idx="293">
                  <c:v>5.86</c:v>
                </c:pt>
                <c:pt idx="294">
                  <c:v>5.88</c:v>
                </c:pt>
                <c:pt idx="295">
                  <c:v>5.9</c:v>
                </c:pt>
                <c:pt idx="296">
                  <c:v>5.92</c:v>
                </c:pt>
                <c:pt idx="297">
                  <c:v>5.94</c:v>
                </c:pt>
                <c:pt idx="298">
                  <c:v>5.96</c:v>
                </c:pt>
                <c:pt idx="299">
                  <c:v>5.98</c:v>
                </c:pt>
                <c:pt idx="300">
                  <c:v>6</c:v>
                </c:pt>
                <c:pt idx="301">
                  <c:v>6.02</c:v>
                </c:pt>
                <c:pt idx="302">
                  <c:v>6.04</c:v>
                </c:pt>
                <c:pt idx="303">
                  <c:v>6.06</c:v>
                </c:pt>
                <c:pt idx="304">
                  <c:v>6.08</c:v>
                </c:pt>
                <c:pt idx="305">
                  <c:v>6.1</c:v>
                </c:pt>
                <c:pt idx="306">
                  <c:v>6.12</c:v>
                </c:pt>
                <c:pt idx="307">
                  <c:v>6.14</c:v>
                </c:pt>
                <c:pt idx="308">
                  <c:v>6.16</c:v>
                </c:pt>
                <c:pt idx="309">
                  <c:v>6.18</c:v>
                </c:pt>
                <c:pt idx="310">
                  <c:v>6.2</c:v>
                </c:pt>
                <c:pt idx="311">
                  <c:v>6.22</c:v>
                </c:pt>
                <c:pt idx="312">
                  <c:v>6.24</c:v>
                </c:pt>
                <c:pt idx="313">
                  <c:v>6.26</c:v>
                </c:pt>
                <c:pt idx="314">
                  <c:v>6.28</c:v>
                </c:pt>
                <c:pt idx="315">
                  <c:v>6.3</c:v>
                </c:pt>
                <c:pt idx="316">
                  <c:v>6.32</c:v>
                </c:pt>
                <c:pt idx="317">
                  <c:v>6.34</c:v>
                </c:pt>
                <c:pt idx="318">
                  <c:v>6.36</c:v>
                </c:pt>
                <c:pt idx="319">
                  <c:v>6.38</c:v>
                </c:pt>
                <c:pt idx="320">
                  <c:v>6.4</c:v>
                </c:pt>
                <c:pt idx="321">
                  <c:v>6.42</c:v>
                </c:pt>
                <c:pt idx="322">
                  <c:v>6.44</c:v>
                </c:pt>
                <c:pt idx="323">
                  <c:v>6.46</c:v>
                </c:pt>
                <c:pt idx="324">
                  <c:v>6.48</c:v>
                </c:pt>
                <c:pt idx="325">
                  <c:v>6.5</c:v>
                </c:pt>
                <c:pt idx="326">
                  <c:v>6.52</c:v>
                </c:pt>
                <c:pt idx="327">
                  <c:v>6.54</c:v>
                </c:pt>
                <c:pt idx="328">
                  <c:v>6.56</c:v>
                </c:pt>
                <c:pt idx="329">
                  <c:v>6.58</c:v>
                </c:pt>
                <c:pt idx="330">
                  <c:v>6.6</c:v>
                </c:pt>
                <c:pt idx="331">
                  <c:v>6.62</c:v>
                </c:pt>
                <c:pt idx="332">
                  <c:v>6.64</c:v>
                </c:pt>
                <c:pt idx="333">
                  <c:v>6.66</c:v>
                </c:pt>
                <c:pt idx="334">
                  <c:v>6.68</c:v>
                </c:pt>
                <c:pt idx="335">
                  <c:v>6.7</c:v>
                </c:pt>
                <c:pt idx="336">
                  <c:v>6.72</c:v>
                </c:pt>
                <c:pt idx="337">
                  <c:v>6.74</c:v>
                </c:pt>
                <c:pt idx="338">
                  <c:v>6.76</c:v>
                </c:pt>
                <c:pt idx="339">
                  <c:v>6.78</c:v>
                </c:pt>
                <c:pt idx="340">
                  <c:v>6.8</c:v>
                </c:pt>
                <c:pt idx="341">
                  <c:v>6.82</c:v>
                </c:pt>
                <c:pt idx="342">
                  <c:v>6.84</c:v>
                </c:pt>
                <c:pt idx="343">
                  <c:v>6.86</c:v>
                </c:pt>
                <c:pt idx="344">
                  <c:v>6.88</c:v>
                </c:pt>
                <c:pt idx="345">
                  <c:v>6.9</c:v>
                </c:pt>
                <c:pt idx="346">
                  <c:v>6.92</c:v>
                </c:pt>
                <c:pt idx="347">
                  <c:v>6.94</c:v>
                </c:pt>
                <c:pt idx="348">
                  <c:v>6.96</c:v>
                </c:pt>
                <c:pt idx="349">
                  <c:v>6.98</c:v>
                </c:pt>
                <c:pt idx="350">
                  <c:v>7</c:v>
                </c:pt>
                <c:pt idx="351">
                  <c:v>7.02</c:v>
                </c:pt>
                <c:pt idx="352">
                  <c:v>7.04</c:v>
                </c:pt>
                <c:pt idx="353">
                  <c:v>7.06</c:v>
                </c:pt>
                <c:pt idx="354">
                  <c:v>7.08</c:v>
                </c:pt>
                <c:pt idx="355">
                  <c:v>7.1</c:v>
                </c:pt>
                <c:pt idx="356">
                  <c:v>7.12</c:v>
                </c:pt>
                <c:pt idx="357">
                  <c:v>7.14</c:v>
                </c:pt>
                <c:pt idx="358">
                  <c:v>7.16</c:v>
                </c:pt>
                <c:pt idx="359">
                  <c:v>7.18</c:v>
                </c:pt>
                <c:pt idx="360">
                  <c:v>7.2</c:v>
                </c:pt>
                <c:pt idx="361">
                  <c:v>7.22</c:v>
                </c:pt>
                <c:pt idx="362">
                  <c:v>7.24</c:v>
                </c:pt>
                <c:pt idx="363">
                  <c:v>7.26</c:v>
                </c:pt>
                <c:pt idx="364">
                  <c:v>7.28</c:v>
                </c:pt>
                <c:pt idx="365">
                  <c:v>7.3</c:v>
                </c:pt>
                <c:pt idx="366">
                  <c:v>7.32</c:v>
                </c:pt>
                <c:pt idx="367">
                  <c:v>7.34</c:v>
                </c:pt>
                <c:pt idx="368">
                  <c:v>7.36</c:v>
                </c:pt>
                <c:pt idx="369">
                  <c:v>7.38</c:v>
                </c:pt>
                <c:pt idx="370">
                  <c:v>7.4</c:v>
                </c:pt>
                <c:pt idx="371">
                  <c:v>7.42</c:v>
                </c:pt>
                <c:pt idx="372">
                  <c:v>7.44</c:v>
                </c:pt>
                <c:pt idx="373">
                  <c:v>7.46</c:v>
                </c:pt>
                <c:pt idx="374">
                  <c:v>7.48</c:v>
                </c:pt>
                <c:pt idx="375">
                  <c:v>7.5</c:v>
                </c:pt>
                <c:pt idx="376">
                  <c:v>7.52</c:v>
                </c:pt>
                <c:pt idx="377">
                  <c:v>7.54</c:v>
                </c:pt>
                <c:pt idx="378">
                  <c:v>7.56</c:v>
                </c:pt>
                <c:pt idx="379">
                  <c:v>7.58</c:v>
                </c:pt>
                <c:pt idx="380">
                  <c:v>7.6</c:v>
                </c:pt>
                <c:pt idx="381">
                  <c:v>7.62</c:v>
                </c:pt>
                <c:pt idx="382">
                  <c:v>7.64</c:v>
                </c:pt>
                <c:pt idx="383">
                  <c:v>7.66</c:v>
                </c:pt>
                <c:pt idx="384">
                  <c:v>7.68</c:v>
                </c:pt>
                <c:pt idx="385">
                  <c:v>7.7</c:v>
                </c:pt>
                <c:pt idx="386">
                  <c:v>7.72</c:v>
                </c:pt>
                <c:pt idx="387">
                  <c:v>7.74</c:v>
                </c:pt>
                <c:pt idx="388">
                  <c:v>7.76</c:v>
                </c:pt>
                <c:pt idx="389">
                  <c:v>7.78</c:v>
                </c:pt>
                <c:pt idx="390">
                  <c:v>7.8</c:v>
                </c:pt>
                <c:pt idx="391">
                  <c:v>7.82</c:v>
                </c:pt>
                <c:pt idx="392">
                  <c:v>7.84</c:v>
                </c:pt>
                <c:pt idx="393">
                  <c:v>7.86</c:v>
                </c:pt>
                <c:pt idx="394">
                  <c:v>7.88</c:v>
                </c:pt>
                <c:pt idx="395">
                  <c:v>7.9</c:v>
                </c:pt>
                <c:pt idx="396">
                  <c:v>7.92</c:v>
                </c:pt>
                <c:pt idx="397">
                  <c:v>7.94</c:v>
                </c:pt>
                <c:pt idx="398">
                  <c:v>7.96</c:v>
                </c:pt>
                <c:pt idx="399">
                  <c:v>7.98</c:v>
                </c:pt>
                <c:pt idx="400">
                  <c:v>8</c:v>
                </c:pt>
                <c:pt idx="401">
                  <c:v>8.02</c:v>
                </c:pt>
                <c:pt idx="402">
                  <c:v>8.0399999999999991</c:v>
                </c:pt>
                <c:pt idx="403">
                  <c:v>8.06</c:v>
                </c:pt>
                <c:pt idx="404">
                  <c:v>8.08</c:v>
                </c:pt>
                <c:pt idx="405">
                  <c:v>8.1</c:v>
                </c:pt>
                <c:pt idx="406">
                  <c:v>8.1199999999999992</c:v>
                </c:pt>
                <c:pt idx="407">
                  <c:v>8.14</c:v>
                </c:pt>
                <c:pt idx="408">
                  <c:v>8.16</c:v>
                </c:pt>
                <c:pt idx="409">
                  <c:v>8.18</c:v>
                </c:pt>
                <c:pt idx="410">
                  <c:v>8.1999999999999993</c:v>
                </c:pt>
                <c:pt idx="411">
                  <c:v>8.2200000000000006</c:v>
                </c:pt>
                <c:pt idx="412">
                  <c:v>8.24</c:v>
                </c:pt>
                <c:pt idx="413">
                  <c:v>8.26</c:v>
                </c:pt>
                <c:pt idx="414">
                  <c:v>8.2799999999999994</c:v>
                </c:pt>
                <c:pt idx="415">
                  <c:v>8.3000000000000007</c:v>
                </c:pt>
                <c:pt idx="416">
                  <c:v>8.32</c:v>
                </c:pt>
                <c:pt idx="417">
                  <c:v>8.34</c:v>
                </c:pt>
                <c:pt idx="418">
                  <c:v>8.36</c:v>
                </c:pt>
                <c:pt idx="419">
                  <c:v>8.3800000000000008</c:v>
                </c:pt>
                <c:pt idx="420">
                  <c:v>8.4</c:v>
                </c:pt>
                <c:pt idx="421">
                  <c:v>8.42</c:v>
                </c:pt>
                <c:pt idx="422">
                  <c:v>8.44</c:v>
                </c:pt>
                <c:pt idx="423">
                  <c:v>8.4600000000000009</c:v>
                </c:pt>
                <c:pt idx="424">
                  <c:v>8.48</c:v>
                </c:pt>
                <c:pt idx="425">
                  <c:v>8.5</c:v>
                </c:pt>
                <c:pt idx="426">
                  <c:v>8.52</c:v>
                </c:pt>
                <c:pt idx="427">
                  <c:v>8.5399999999999991</c:v>
                </c:pt>
                <c:pt idx="428">
                  <c:v>8.56</c:v>
                </c:pt>
                <c:pt idx="429">
                  <c:v>8.58</c:v>
                </c:pt>
                <c:pt idx="430">
                  <c:v>8.6</c:v>
                </c:pt>
                <c:pt idx="431">
                  <c:v>8.6199999999999992</c:v>
                </c:pt>
                <c:pt idx="432">
                  <c:v>8.64</c:v>
                </c:pt>
                <c:pt idx="433">
                  <c:v>8.66</c:v>
                </c:pt>
                <c:pt idx="434">
                  <c:v>8.68</c:v>
                </c:pt>
                <c:pt idx="435">
                  <c:v>8.6999999999999993</c:v>
                </c:pt>
                <c:pt idx="436">
                  <c:v>8.7200000000000006</c:v>
                </c:pt>
                <c:pt idx="437">
                  <c:v>8.74</c:v>
                </c:pt>
                <c:pt idx="438">
                  <c:v>8.76</c:v>
                </c:pt>
                <c:pt idx="439">
                  <c:v>8.7799999999999994</c:v>
                </c:pt>
                <c:pt idx="440">
                  <c:v>8.8000000000000007</c:v>
                </c:pt>
                <c:pt idx="441">
                  <c:v>8.82</c:v>
                </c:pt>
                <c:pt idx="442">
                  <c:v>8.84</c:v>
                </c:pt>
                <c:pt idx="443">
                  <c:v>8.86</c:v>
                </c:pt>
                <c:pt idx="444">
                  <c:v>8.8800000000000008</c:v>
                </c:pt>
                <c:pt idx="445">
                  <c:v>8.9</c:v>
                </c:pt>
                <c:pt idx="446">
                  <c:v>8.92</c:v>
                </c:pt>
                <c:pt idx="447">
                  <c:v>8.94</c:v>
                </c:pt>
                <c:pt idx="448">
                  <c:v>8.9600000000000009</c:v>
                </c:pt>
                <c:pt idx="449">
                  <c:v>8.98</c:v>
                </c:pt>
                <c:pt idx="450">
                  <c:v>9</c:v>
                </c:pt>
                <c:pt idx="451">
                  <c:v>9.02</c:v>
                </c:pt>
                <c:pt idx="452">
                  <c:v>9.0399999999999991</c:v>
                </c:pt>
                <c:pt idx="453">
                  <c:v>9.06</c:v>
                </c:pt>
                <c:pt idx="454">
                  <c:v>9.08</c:v>
                </c:pt>
                <c:pt idx="455">
                  <c:v>9.1</c:v>
                </c:pt>
                <c:pt idx="456">
                  <c:v>9.1199999999999992</c:v>
                </c:pt>
                <c:pt idx="457">
                  <c:v>9.14</c:v>
                </c:pt>
                <c:pt idx="458">
                  <c:v>9.16</c:v>
                </c:pt>
                <c:pt idx="459">
                  <c:v>9.18</c:v>
                </c:pt>
                <c:pt idx="460">
                  <c:v>9.1999999999999993</c:v>
                </c:pt>
                <c:pt idx="461">
                  <c:v>9.2200000000000006</c:v>
                </c:pt>
                <c:pt idx="462">
                  <c:v>9.24</c:v>
                </c:pt>
                <c:pt idx="463">
                  <c:v>9.26</c:v>
                </c:pt>
                <c:pt idx="464">
                  <c:v>9.2799999999999994</c:v>
                </c:pt>
                <c:pt idx="465">
                  <c:v>9.3000000000000007</c:v>
                </c:pt>
                <c:pt idx="466">
                  <c:v>9.32</c:v>
                </c:pt>
                <c:pt idx="467">
                  <c:v>9.34</c:v>
                </c:pt>
                <c:pt idx="468">
                  <c:v>9.36</c:v>
                </c:pt>
                <c:pt idx="469">
                  <c:v>9.3800000000000008</c:v>
                </c:pt>
                <c:pt idx="470">
                  <c:v>9.4</c:v>
                </c:pt>
                <c:pt idx="471">
                  <c:v>9.42</c:v>
                </c:pt>
                <c:pt idx="472">
                  <c:v>9.44</c:v>
                </c:pt>
                <c:pt idx="473">
                  <c:v>9.4600000000000009</c:v>
                </c:pt>
                <c:pt idx="474">
                  <c:v>9.48</c:v>
                </c:pt>
                <c:pt idx="475">
                  <c:v>9.5</c:v>
                </c:pt>
                <c:pt idx="476">
                  <c:v>9.52</c:v>
                </c:pt>
                <c:pt idx="477">
                  <c:v>9.5399999999999991</c:v>
                </c:pt>
                <c:pt idx="478">
                  <c:v>9.56</c:v>
                </c:pt>
                <c:pt idx="479">
                  <c:v>9.58</c:v>
                </c:pt>
                <c:pt idx="480">
                  <c:v>9.6</c:v>
                </c:pt>
                <c:pt idx="481">
                  <c:v>9.6199999999999992</c:v>
                </c:pt>
                <c:pt idx="482">
                  <c:v>9.64</c:v>
                </c:pt>
                <c:pt idx="483">
                  <c:v>9.66</c:v>
                </c:pt>
                <c:pt idx="484">
                  <c:v>9.68</c:v>
                </c:pt>
                <c:pt idx="485">
                  <c:v>9.6999999999999993</c:v>
                </c:pt>
                <c:pt idx="486">
                  <c:v>9.7200000000000006</c:v>
                </c:pt>
                <c:pt idx="487">
                  <c:v>9.74</c:v>
                </c:pt>
                <c:pt idx="488">
                  <c:v>9.76</c:v>
                </c:pt>
                <c:pt idx="489">
                  <c:v>9.7799999999999994</c:v>
                </c:pt>
                <c:pt idx="490">
                  <c:v>9.8000000000000007</c:v>
                </c:pt>
                <c:pt idx="491">
                  <c:v>9.82</c:v>
                </c:pt>
                <c:pt idx="492">
                  <c:v>9.84</c:v>
                </c:pt>
                <c:pt idx="493">
                  <c:v>9.86</c:v>
                </c:pt>
                <c:pt idx="494">
                  <c:v>9.8800000000000008</c:v>
                </c:pt>
                <c:pt idx="495">
                  <c:v>9.9</c:v>
                </c:pt>
                <c:pt idx="496">
                  <c:v>9.92</c:v>
                </c:pt>
                <c:pt idx="497">
                  <c:v>9.94</c:v>
                </c:pt>
                <c:pt idx="498">
                  <c:v>9.9600000000000009</c:v>
                </c:pt>
                <c:pt idx="499">
                  <c:v>9.98</c:v>
                </c:pt>
                <c:pt idx="500">
                  <c:v>10</c:v>
                </c:pt>
              </c:numCache>
            </c:numRef>
          </c:xVal>
          <c:yVal>
            <c:numRef>
              <c:f>Sheet1!$I$2:$I$502</c:f>
              <c:numCache>
                <c:formatCode>General</c:formatCode>
                <c:ptCount val="5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1E-4</c:v>
                </c:pt>
                <c:pt idx="350">
                  <c:v>1E-4</c:v>
                </c:pt>
                <c:pt idx="351">
                  <c:v>1E-4</c:v>
                </c:pt>
                <c:pt idx="352">
                  <c:v>1E-4</c:v>
                </c:pt>
                <c:pt idx="353">
                  <c:v>1E-4</c:v>
                </c:pt>
                <c:pt idx="354">
                  <c:v>1E-4</c:v>
                </c:pt>
                <c:pt idx="355">
                  <c:v>1E-4</c:v>
                </c:pt>
                <c:pt idx="356">
                  <c:v>1E-4</c:v>
                </c:pt>
                <c:pt idx="357">
                  <c:v>1E-4</c:v>
                </c:pt>
                <c:pt idx="358">
                  <c:v>2.0000000000000001E-4</c:v>
                </c:pt>
                <c:pt idx="359">
                  <c:v>2.0000000000000001E-4</c:v>
                </c:pt>
                <c:pt idx="360">
                  <c:v>2.0000000000000001E-4</c:v>
                </c:pt>
                <c:pt idx="361">
                  <c:v>2.0000000000000001E-4</c:v>
                </c:pt>
                <c:pt idx="362">
                  <c:v>2.9999999999999997E-4</c:v>
                </c:pt>
                <c:pt idx="363">
                  <c:v>2.9999999999999997E-4</c:v>
                </c:pt>
                <c:pt idx="364">
                  <c:v>4.0000000000000002E-4</c:v>
                </c:pt>
                <c:pt idx="365">
                  <c:v>4.0000000000000002E-4</c:v>
                </c:pt>
                <c:pt idx="366">
                  <c:v>5.0000000000000001E-4</c:v>
                </c:pt>
                <c:pt idx="367">
                  <c:v>5.0000000000000001E-4</c:v>
                </c:pt>
                <c:pt idx="368">
                  <c:v>5.9999999999999995E-4</c:v>
                </c:pt>
                <c:pt idx="369">
                  <c:v>5.9999999999999995E-4</c:v>
                </c:pt>
                <c:pt idx="370">
                  <c:v>6.9999999999999999E-4</c:v>
                </c:pt>
                <c:pt idx="371">
                  <c:v>8.0000000000000004E-4</c:v>
                </c:pt>
                <c:pt idx="372">
                  <c:v>8.9999999999999998E-4</c:v>
                </c:pt>
                <c:pt idx="373">
                  <c:v>1E-3</c:v>
                </c:pt>
                <c:pt idx="374">
                  <c:v>1.1999999999999999E-3</c:v>
                </c:pt>
                <c:pt idx="375">
                  <c:v>1.2999999999999999E-3</c:v>
                </c:pt>
                <c:pt idx="376">
                  <c:v>1.5E-3</c:v>
                </c:pt>
                <c:pt idx="377">
                  <c:v>1.6000000000000001E-3</c:v>
                </c:pt>
                <c:pt idx="378">
                  <c:v>1.8E-3</c:v>
                </c:pt>
                <c:pt idx="379">
                  <c:v>2.0999999999999999E-3</c:v>
                </c:pt>
                <c:pt idx="380">
                  <c:v>2.3E-3</c:v>
                </c:pt>
                <c:pt idx="381">
                  <c:v>2.5999999999999999E-3</c:v>
                </c:pt>
                <c:pt idx="382">
                  <c:v>2.8999999999999998E-3</c:v>
                </c:pt>
                <c:pt idx="383">
                  <c:v>3.2000000000000002E-3</c:v>
                </c:pt>
                <c:pt idx="384">
                  <c:v>3.5000000000000001E-3</c:v>
                </c:pt>
                <c:pt idx="385">
                  <c:v>3.8999999999999998E-3</c:v>
                </c:pt>
                <c:pt idx="386">
                  <c:v>4.4000000000000003E-3</c:v>
                </c:pt>
                <c:pt idx="387">
                  <c:v>4.8999999999999998E-3</c:v>
                </c:pt>
                <c:pt idx="388">
                  <c:v>5.4000000000000003E-3</c:v>
                </c:pt>
                <c:pt idx="389">
                  <c:v>6.0000000000000001E-3</c:v>
                </c:pt>
                <c:pt idx="390">
                  <c:v>6.6E-3</c:v>
                </c:pt>
                <c:pt idx="391">
                  <c:v>7.3000000000000001E-3</c:v>
                </c:pt>
                <c:pt idx="392">
                  <c:v>8.0999999999999996E-3</c:v>
                </c:pt>
                <c:pt idx="393">
                  <c:v>8.9999999999999993E-3</c:v>
                </c:pt>
                <c:pt idx="394">
                  <c:v>9.9000000000000008E-3</c:v>
                </c:pt>
                <c:pt idx="395">
                  <c:v>1.09E-2</c:v>
                </c:pt>
                <c:pt idx="396">
                  <c:v>1.2E-2</c:v>
                </c:pt>
                <c:pt idx="397">
                  <c:v>1.3299999999999999E-2</c:v>
                </c:pt>
                <c:pt idx="398">
                  <c:v>1.46E-2</c:v>
                </c:pt>
                <c:pt idx="399">
                  <c:v>1.61E-2</c:v>
                </c:pt>
                <c:pt idx="400">
                  <c:v>1.77E-2</c:v>
                </c:pt>
                <c:pt idx="401">
                  <c:v>1.9400000000000001E-2</c:v>
                </c:pt>
                <c:pt idx="402">
                  <c:v>2.1299999999999999E-2</c:v>
                </c:pt>
                <c:pt idx="403">
                  <c:v>2.3300000000000001E-2</c:v>
                </c:pt>
                <c:pt idx="404">
                  <c:v>2.5499999999999998E-2</c:v>
                </c:pt>
                <c:pt idx="405">
                  <c:v>2.7900000000000001E-2</c:v>
                </c:pt>
                <c:pt idx="406">
                  <c:v>3.0499999999999999E-2</c:v>
                </c:pt>
                <c:pt idx="407">
                  <c:v>3.3399999999999999E-2</c:v>
                </c:pt>
                <c:pt idx="408">
                  <c:v>3.6400000000000002E-2</c:v>
                </c:pt>
                <c:pt idx="409">
                  <c:v>3.9699999999999999E-2</c:v>
                </c:pt>
                <c:pt idx="410">
                  <c:v>4.3299999999999998E-2</c:v>
                </c:pt>
                <c:pt idx="411">
                  <c:v>4.7199999999999999E-2</c:v>
                </c:pt>
                <c:pt idx="412">
                  <c:v>5.1299999999999998E-2</c:v>
                </c:pt>
                <c:pt idx="413">
                  <c:v>5.5800000000000002E-2</c:v>
                </c:pt>
                <c:pt idx="414">
                  <c:v>6.0600000000000001E-2</c:v>
                </c:pt>
                <c:pt idx="415">
                  <c:v>6.5799999999999997E-2</c:v>
                </c:pt>
                <c:pt idx="416">
                  <c:v>7.1400000000000005E-2</c:v>
                </c:pt>
                <c:pt idx="417">
                  <c:v>7.7399999999999997E-2</c:v>
                </c:pt>
                <c:pt idx="418">
                  <c:v>8.3799999999999999E-2</c:v>
                </c:pt>
                <c:pt idx="419">
                  <c:v>9.0700000000000003E-2</c:v>
                </c:pt>
                <c:pt idx="420">
                  <c:v>9.8000000000000004E-2</c:v>
                </c:pt>
                <c:pt idx="421">
                  <c:v>0.10589999999999999</c:v>
                </c:pt>
                <c:pt idx="422">
                  <c:v>0.1143</c:v>
                </c:pt>
                <c:pt idx="423">
                  <c:v>0.1232</c:v>
                </c:pt>
                <c:pt idx="424">
                  <c:v>0.1328</c:v>
                </c:pt>
                <c:pt idx="425">
                  <c:v>0.14299999999999999</c:v>
                </c:pt>
                <c:pt idx="426">
                  <c:v>0.15379999999999999</c:v>
                </c:pt>
                <c:pt idx="427">
                  <c:v>0.1653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2FE9-4B1D-A75B-D76056044CAD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champ Z(x)</c:v>
                </c:pt>
              </c:strCache>
            </c:strRef>
          </c:tx>
          <c:spPr>
            <a:ln w="57150" cap="flat">
              <a:solidFill>
                <a:srgbClr val="1F4E79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Sheet1!$A$2:$A$502</c:f>
              <c:numCache>
                <c:formatCode>General</c:formatCode>
                <c:ptCount val="5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0.28000000000000003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0.56000000000000005</c:v>
                </c:pt>
                <c:pt idx="29">
                  <c:v>0.57999999999999996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  <c:pt idx="51">
                  <c:v>1.02</c:v>
                </c:pt>
                <c:pt idx="52">
                  <c:v>1.04</c:v>
                </c:pt>
                <c:pt idx="53">
                  <c:v>1.06</c:v>
                </c:pt>
                <c:pt idx="54">
                  <c:v>1.08</c:v>
                </c:pt>
                <c:pt idx="55">
                  <c:v>1.1000000000000001</c:v>
                </c:pt>
                <c:pt idx="56">
                  <c:v>1.1200000000000001</c:v>
                </c:pt>
                <c:pt idx="57">
                  <c:v>1.1399999999999999</c:v>
                </c:pt>
                <c:pt idx="58">
                  <c:v>1.1599999999999999</c:v>
                </c:pt>
                <c:pt idx="59">
                  <c:v>1.18</c:v>
                </c:pt>
                <c:pt idx="60">
                  <c:v>1.2</c:v>
                </c:pt>
                <c:pt idx="61">
                  <c:v>1.22</c:v>
                </c:pt>
                <c:pt idx="62">
                  <c:v>1.24</c:v>
                </c:pt>
                <c:pt idx="63">
                  <c:v>1.26</c:v>
                </c:pt>
                <c:pt idx="64">
                  <c:v>1.28</c:v>
                </c:pt>
                <c:pt idx="65">
                  <c:v>1.3</c:v>
                </c:pt>
                <c:pt idx="66">
                  <c:v>1.32</c:v>
                </c:pt>
                <c:pt idx="67">
                  <c:v>1.34</c:v>
                </c:pt>
                <c:pt idx="68">
                  <c:v>1.36</c:v>
                </c:pt>
                <c:pt idx="69">
                  <c:v>1.38</c:v>
                </c:pt>
                <c:pt idx="70">
                  <c:v>1.4</c:v>
                </c:pt>
                <c:pt idx="71">
                  <c:v>1.42</c:v>
                </c:pt>
                <c:pt idx="72">
                  <c:v>1.44</c:v>
                </c:pt>
                <c:pt idx="73">
                  <c:v>1.46</c:v>
                </c:pt>
                <c:pt idx="74">
                  <c:v>1.48</c:v>
                </c:pt>
                <c:pt idx="75">
                  <c:v>1.5</c:v>
                </c:pt>
                <c:pt idx="76">
                  <c:v>1.52</c:v>
                </c:pt>
                <c:pt idx="77">
                  <c:v>1.54</c:v>
                </c:pt>
                <c:pt idx="78">
                  <c:v>1.56</c:v>
                </c:pt>
                <c:pt idx="79">
                  <c:v>1.58</c:v>
                </c:pt>
                <c:pt idx="80">
                  <c:v>1.6</c:v>
                </c:pt>
                <c:pt idx="81">
                  <c:v>1.62</c:v>
                </c:pt>
                <c:pt idx="82">
                  <c:v>1.64</c:v>
                </c:pt>
                <c:pt idx="83">
                  <c:v>1.66</c:v>
                </c:pt>
                <c:pt idx="84">
                  <c:v>1.68</c:v>
                </c:pt>
                <c:pt idx="85">
                  <c:v>1.7</c:v>
                </c:pt>
                <c:pt idx="86">
                  <c:v>1.72</c:v>
                </c:pt>
                <c:pt idx="87">
                  <c:v>1.74</c:v>
                </c:pt>
                <c:pt idx="88">
                  <c:v>1.76</c:v>
                </c:pt>
                <c:pt idx="89">
                  <c:v>1.78</c:v>
                </c:pt>
                <c:pt idx="90">
                  <c:v>1.8</c:v>
                </c:pt>
                <c:pt idx="91">
                  <c:v>1.82</c:v>
                </c:pt>
                <c:pt idx="92">
                  <c:v>1.84</c:v>
                </c:pt>
                <c:pt idx="93">
                  <c:v>1.86</c:v>
                </c:pt>
                <c:pt idx="94">
                  <c:v>1.88</c:v>
                </c:pt>
                <c:pt idx="95">
                  <c:v>1.9</c:v>
                </c:pt>
                <c:pt idx="96">
                  <c:v>1.92</c:v>
                </c:pt>
                <c:pt idx="97">
                  <c:v>1.94</c:v>
                </c:pt>
                <c:pt idx="98">
                  <c:v>1.96</c:v>
                </c:pt>
                <c:pt idx="99">
                  <c:v>1.98</c:v>
                </c:pt>
                <c:pt idx="100">
                  <c:v>2</c:v>
                </c:pt>
                <c:pt idx="101">
                  <c:v>2.02</c:v>
                </c:pt>
                <c:pt idx="102">
                  <c:v>2.04</c:v>
                </c:pt>
                <c:pt idx="103">
                  <c:v>2.06</c:v>
                </c:pt>
                <c:pt idx="104">
                  <c:v>2.08</c:v>
                </c:pt>
                <c:pt idx="105">
                  <c:v>2.1</c:v>
                </c:pt>
                <c:pt idx="106">
                  <c:v>2.12</c:v>
                </c:pt>
                <c:pt idx="107">
                  <c:v>2.14</c:v>
                </c:pt>
                <c:pt idx="108">
                  <c:v>2.16</c:v>
                </c:pt>
                <c:pt idx="109">
                  <c:v>2.1800000000000002</c:v>
                </c:pt>
                <c:pt idx="110">
                  <c:v>2.2000000000000002</c:v>
                </c:pt>
                <c:pt idx="111">
                  <c:v>2.2200000000000002</c:v>
                </c:pt>
                <c:pt idx="112">
                  <c:v>2.2400000000000002</c:v>
                </c:pt>
                <c:pt idx="113">
                  <c:v>2.2599999999999998</c:v>
                </c:pt>
                <c:pt idx="114">
                  <c:v>2.2799999999999998</c:v>
                </c:pt>
                <c:pt idx="115">
                  <c:v>2.2999999999999998</c:v>
                </c:pt>
                <c:pt idx="116">
                  <c:v>2.3199999999999998</c:v>
                </c:pt>
                <c:pt idx="117">
                  <c:v>2.34</c:v>
                </c:pt>
                <c:pt idx="118">
                  <c:v>2.36</c:v>
                </c:pt>
                <c:pt idx="119">
                  <c:v>2.38</c:v>
                </c:pt>
                <c:pt idx="120">
                  <c:v>2.4</c:v>
                </c:pt>
                <c:pt idx="121">
                  <c:v>2.42</c:v>
                </c:pt>
                <c:pt idx="122">
                  <c:v>2.44</c:v>
                </c:pt>
                <c:pt idx="123">
                  <c:v>2.46</c:v>
                </c:pt>
                <c:pt idx="124">
                  <c:v>2.48</c:v>
                </c:pt>
                <c:pt idx="125">
                  <c:v>2.5</c:v>
                </c:pt>
                <c:pt idx="126">
                  <c:v>2.52</c:v>
                </c:pt>
                <c:pt idx="127">
                  <c:v>2.54</c:v>
                </c:pt>
                <c:pt idx="128">
                  <c:v>2.56</c:v>
                </c:pt>
                <c:pt idx="129">
                  <c:v>2.58</c:v>
                </c:pt>
                <c:pt idx="130">
                  <c:v>2.6</c:v>
                </c:pt>
                <c:pt idx="131">
                  <c:v>2.62</c:v>
                </c:pt>
                <c:pt idx="132">
                  <c:v>2.64</c:v>
                </c:pt>
                <c:pt idx="133">
                  <c:v>2.66</c:v>
                </c:pt>
                <c:pt idx="134">
                  <c:v>2.68</c:v>
                </c:pt>
                <c:pt idx="135">
                  <c:v>2.7</c:v>
                </c:pt>
                <c:pt idx="136">
                  <c:v>2.72</c:v>
                </c:pt>
                <c:pt idx="137">
                  <c:v>2.74</c:v>
                </c:pt>
                <c:pt idx="138">
                  <c:v>2.76</c:v>
                </c:pt>
                <c:pt idx="139">
                  <c:v>2.78</c:v>
                </c:pt>
                <c:pt idx="140">
                  <c:v>2.8</c:v>
                </c:pt>
                <c:pt idx="141">
                  <c:v>2.82</c:v>
                </c:pt>
                <c:pt idx="142">
                  <c:v>2.84</c:v>
                </c:pt>
                <c:pt idx="143">
                  <c:v>2.86</c:v>
                </c:pt>
                <c:pt idx="144">
                  <c:v>2.88</c:v>
                </c:pt>
                <c:pt idx="145">
                  <c:v>2.9</c:v>
                </c:pt>
                <c:pt idx="146">
                  <c:v>2.92</c:v>
                </c:pt>
                <c:pt idx="147">
                  <c:v>2.94</c:v>
                </c:pt>
                <c:pt idx="148">
                  <c:v>2.96</c:v>
                </c:pt>
                <c:pt idx="149">
                  <c:v>2.98</c:v>
                </c:pt>
                <c:pt idx="150">
                  <c:v>3</c:v>
                </c:pt>
                <c:pt idx="151">
                  <c:v>3.02</c:v>
                </c:pt>
                <c:pt idx="152">
                  <c:v>3.04</c:v>
                </c:pt>
                <c:pt idx="153">
                  <c:v>3.06</c:v>
                </c:pt>
                <c:pt idx="154">
                  <c:v>3.08</c:v>
                </c:pt>
                <c:pt idx="155">
                  <c:v>3.1</c:v>
                </c:pt>
                <c:pt idx="156">
                  <c:v>3.12</c:v>
                </c:pt>
                <c:pt idx="157">
                  <c:v>3.14</c:v>
                </c:pt>
                <c:pt idx="158">
                  <c:v>3.16</c:v>
                </c:pt>
                <c:pt idx="159">
                  <c:v>3.18</c:v>
                </c:pt>
                <c:pt idx="160">
                  <c:v>3.2</c:v>
                </c:pt>
                <c:pt idx="161">
                  <c:v>3.22</c:v>
                </c:pt>
                <c:pt idx="162">
                  <c:v>3.24</c:v>
                </c:pt>
                <c:pt idx="163">
                  <c:v>3.26</c:v>
                </c:pt>
                <c:pt idx="164">
                  <c:v>3.28</c:v>
                </c:pt>
                <c:pt idx="165">
                  <c:v>3.3</c:v>
                </c:pt>
                <c:pt idx="166">
                  <c:v>3.32</c:v>
                </c:pt>
                <c:pt idx="167">
                  <c:v>3.34</c:v>
                </c:pt>
                <c:pt idx="168">
                  <c:v>3.36</c:v>
                </c:pt>
                <c:pt idx="169">
                  <c:v>3.38</c:v>
                </c:pt>
                <c:pt idx="170">
                  <c:v>3.4</c:v>
                </c:pt>
                <c:pt idx="171">
                  <c:v>3.42</c:v>
                </c:pt>
                <c:pt idx="172">
                  <c:v>3.44</c:v>
                </c:pt>
                <c:pt idx="173">
                  <c:v>3.46</c:v>
                </c:pt>
                <c:pt idx="174">
                  <c:v>3.48</c:v>
                </c:pt>
                <c:pt idx="175">
                  <c:v>3.5</c:v>
                </c:pt>
                <c:pt idx="176">
                  <c:v>3.52</c:v>
                </c:pt>
                <c:pt idx="177">
                  <c:v>3.54</c:v>
                </c:pt>
                <c:pt idx="178">
                  <c:v>3.56</c:v>
                </c:pt>
                <c:pt idx="179">
                  <c:v>3.58</c:v>
                </c:pt>
                <c:pt idx="180">
                  <c:v>3.6</c:v>
                </c:pt>
                <c:pt idx="181">
                  <c:v>3.62</c:v>
                </c:pt>
                <c:pt idx="182">
                  <c:v>3.64</c:v>
                </c:pt>
                <c:pt idx="183">
                  <c:v>3.66</c:v>
                </c:pt>
                <c:pt idx="184">
                  <c:v>3.68</c:v>
                </c:pt>
                <c:pt idx="185">
                  <c:v>3.7</c:v>
                </c:pt>
                <c:pt idx="186">
                  <c:v>3.72</c:v>
                </c:pt>
                <c:pt idx="187">
                  <c:v>3.74</c:v>
                </c:pt>
                <c:pt idx="188">
                  <c:v>3.76</c:v>
                </c:pt>
                <c:pt idx="189">
                  <c:v>3.78</c:v>
                </c:pt>
                <c:pt idx="190">
                  <c:v>3.8</c:v>
                </c:pt>
                <c:pt idx="191">
                  <c:v>3.82</c:v>
                </c:pt>
                <c:pt idx="192">
                  <c:v>3.84</c:v>
                </c:pt>
                <c:pt idx="193">
                  <c:v>3.86</c:v>
                </c:pt>
                <c:pt idx="194">
                  <c:v>3.88</c:v>
                </c:pt>
                <c:pt idx="195">
                  <c:v>3.9</c:v>
                </c:pt>
                <c:pt idx="196">
                  <c:v>3.92</c:v>
                </c:pt>
                <c:pt idx="197">
                  <c:v>3.94</c:v>
                </c:pt>
                <c:pt idx="198">
                  <c:v>3.96</c:v>
                </c:pt>
                <c:pt idx="199">
                  <c:v>3.98</c:v>
                </c:pt>
                <c:pt idx="200">
                  <c:v>4</c:v>
                </c:pt>
                <c:pt idx="201">
                  <c:v>4.0199999999999996</c:v>
                </c:pt>
                <c:pt idx="202">
                  <c:v>4.04</c:v>
                </c:pt>
                <c:pt idx="203">
                  <c:v>4.0599999999999996</c:v>
                </c:pt>
                <c:pt idx="204">
                  <c:v>4.08</c:v>
                </c:pt>
                <c:pt idx="205">
                  <c:v>4.0999999999999996</c:v>
                </c:pt>
                <c:pt idx="206">
                  <c:v>4.12</c:v>
                </c:pt>
                <c:pt idx="207">
                  <c:v>4.1399999999999997</c:v>
                </c:pt>
                <c:pt idx="208">
                  <c:v>4.16</c:v>
                </c:pt>
                <c:pt idx="209">
                  <c:v>4.18</c:v>
                </c:pt>
                <c:pt idx="210">
                  <c:v>4.2</c:v>
                </c:pt>
                <c:pt idx="211">
                  <c:v>4.22</c:v>
                </c:pt>
                <c:pt idx="212">
                  <c:v>4.24</c:v>
                </c:pt>
                <c:pt idx="213">
                  <c:v>4.26</c:v>
                </c:pt>
                <c:pt idx="214">
                  <c:v>4.28</c:v>
                </c:pt>
                <c:pt idx="215">
                  <c:v>4.3</c:v>
                </c:pt>
                <c:pt idx="216">
                  <c:v>4.32</c:v>
                </c:pt>
                <c:pt idx="217">
                  <c:v>4.34</c:v>
                </c:pt>
                <c:pt idx="218">
                  <c:v>4.3600000000000003</c:v>
                </c:pt>
                <c:pt idx="219">
                  <c:v>4.38</c:v>
                </c:pt>
                <c:pt idx="220">
                  <c:v>4.4000000000000004</c:v>
                </c:pt>
                <c:pt idx="221">
                  <c:v>4.42</c:v>
                </c:pt>
                <c:pt idx="222">
                  <c:v>4.4400000000000004</c:v>
                </c:pt>
                <c:pt idx="223">
                  <c:v>4.46</c:v>
                </c:pt>
                <c:pt idx="224">
                  <c:v>4.4800000000000004</c:v>
                </c:pt>
                <c:pt idx="225">
                  <c:v>4.5</c:v>
                </c:pt>
                <c:pt idx="226">
                  <c:v>4.5199999999999996</c:v>
                </c:pt>
                <c:pt idx="227">
                  <c:v>4.54</c:v>
                </c:pt>
                <c:pt idx="228">
                  <c:v>4.5599999999999996</c:v>
                </c:pt>
                <c:pt idx="229">
                  <c:v>4.58</c:v>
                </c:pt>
                <c:pt idx="230">
                  <c:v>4.5999999999999996</c:v>
                </c:pt>
                <c:pt idx="231">
                  <c:v>4.62</c:v>
                </c:pt>
                <c:pt idx="232">
                  <c:v>4.6399999999999997</c:v>
                </c:pt>
                <c:pt idx="233">
                  <c:v>4.66</c:v>
                </c:pt>
                <c:pt idx="234">
                  <c:v>4.68</c:v>
                </c:pt>
                <c:pt idx="235">
                  <c:v>4.7</c:v>
                </c:pt>
                <c:pt idx="236">
                  <c:v>4.72</c:v>
                </c:pt>
                <c:pt idx="237">
                  <c:v>4.74</c:v>
                </c:pt>
                <c:pt idx="238">
                  <c:v>4.76</c:v>
                </c:pt>
                <c:pt idx="239">
                  <c:v>4.78</c:v>
                </c:pt>
                <c:pt idx="240">
                  <c:v>4.8</c:v>
                </c:pt>
                <c:pt idx="241">
                  <c:v>4.82</c:v>
                </c:pt>
                <c:pt idx="242">
                  <c:v>4.84</c:v>
                </c:pt>
                <c:pt idx="243">
                  <c:v>4.8600000000000003</c:v>
                </c:pt>
                <c:pt idx="244">
                  <c:v>4.88</c:v>
                </c:pt>
                <c:pt idx="245">
                  <c:v>4.9000000000000004</c:v>
                </c:pt>
                <c:pt idx="246">
                  <c:v>4.92</c:v>
                </c:pt>
                <c:pt idx="247">
                  <c:v>4.9400000000000004</c:v>
                </c:pt>
                <c:pt idx="248">
                  <c:v>4.96</c:v>
                </c:pt>
                <c:pt idx="249">
                  <c:v>4.9800000000000004</c:v>
                </c:pt>
                <c:pt idx="250">
                  <c:v>5</c:v>
                </c:pt>
                <c:pt idx="251">
                  <c:v>5.0199999999999996</c:v>
                </c:pt>
                <c:pt idx="252">
                  <c:v>5.04</c:v>
                </c:pt>
                <c:pt idx="253">
                  <c:v>5.0599999999999996</c:v>
                </c:pt>
                <c:pt idx="254">
                  <c:v>5.08</c:v>
                </c:pt>
                <c:pt idx="255">
                  <c:v>5.0999999999999996</c:v>
                </c:pt>
                <c:pt idx="256">
                  <c:v>5.12</c:v>
                </c:pt>
                <c:pt idx="257">
                  <c:v>5.14</c:v>
                </c:pt>
                <c:pt idx="258">
                  <c:v>5.16</c:v>
                </c:pt>
                <c:pt idx="259">
                  <c:v>5.18</c:v>
                </c:pt>
                <c:pt idx="260">
                  <c:v>5.2</c:v>
                </c:pt>
                <c:pt idx="261">
                  <c:v>5.22</c:v>
                </c:pt>
                <c:pt idx="262">
                  <c:v>5.24</c:v>
                </c:pt>
                <c:pt idx="263">
                  <c:v>5.26</c:v>
                </c:pt>
                <c:pt idx="264">
                  <c:v>5.28</c:v>
                </c:pt>
                <c:pt idx="265">
                  <c:v>5.3</c:v>
                </c:pt>
                <c:pt idx="266">
                  <c:v>5.32</c:v>
                </c:pt>
                <c:pt idx="267">
                  <c:v>5.34</c:v>
                </c:pt>
                <c:pt idx="268">
                  <c:v>5.36</c:v>
                </c:pt>
                <c:pt idx="269">
                  <c:v>5.38</c:v>
                </c:pt>
                <c:pt idx="270">
                  <c:v>5.4</c:v>
                </c:pt>
                <c:pt idx="271">
                  <c:v>5.42</c:v>
                </c:pt>
                <c:pt idx="272">
                  <c:v>5.44</c:v>
                </c:pt>
                <c:pt idx="273">
                  <c:v>5.46</c:v>
                </c:pt>
                <c:pt idx="274">
                  <c:v>5.48</c:v>
                </c:pt>
                <c:pt idx="275">
                  <c:v>5.5</c:v>
                </c:pt>
                <c:pt idx="276">
                  <c:v>5.52</c:v>
                </c:pt>
                <c:pt idx="277">
                  <c:v>5.54</c:v>
                </c:pt>
                <c:pt idx="278">
                  <c:v>5.56</c:v>
                </c:pt>
                <c:pt idx="279">
                  <c:v>5.58</c:v>
                </c:pt>
                <c:pt idx="280">
                  <c:v>5.6</c:v>
                </c:pt>
                <c:pt idx="281">
                  <c:v>5.62</c:v>
                </c:pt>
                <c:pt idx="282">
                  <c:v>5.64</c:v>
                </c:pt>
                <c:pt idx="283">
                  <c:v>5.66</c:v>
                </c:pt>
                <c:pt idx="284">
                  <c:v>5.68</c:v>
                </c:pt>
                <c:pt idx="285">
                  <c:v>5.7</c:v>
                </c:pt>
                <c:pt idx="286">
                  <c:v>5.72</c:v>
                </c:pt>
                <c:pt idx="287">
                  <c:v>5.74</c:v>
                </c:pt>
                <c:pt idx="288">
                  <c:v>5.76</c:v>
                </c:pt>
                <c:pt idx="289">
                  <c:v>5.78</c:v>
                </c:pt>
                <c:pt idx="290">
                  <c:v>5.8</c:v>
                </c:pt>
                <c:pt idx="291">
                  <c:v>5.82</c:v>
                </c:pt>
                <c:pt idx="292">
                  <c:v>5.84</c:v>
                </c:pt>
                <c:pt idx="293">
                  <c:v>5.86</c:v>
                </c:pt>
                <c:pt idx="294">
                  <c:v>5.88</c:v>
                </c:pt>
                <c:pt idx="295">
                  <c:v>5.9</c:v>
                </c:pt>
                <c:pt idx="296">
                  <c:v>5.92</c:v>
                </c:pt>
                <c:pt idx="297">
                  <c:v>5.94</c:v>
                </c:pt>
                <c:pt idx="298">
                  <c:v>5.96</c:v>
                </c:pt>
                <c:pt idx="299">
                  <c:v>5.98</c:v>
                </c:pt>
                <c:pt idx="300">
                  <c:v>6</c:v>
                </c:pt>
                <c:pt idx="301">
                  <c:v>6.02</c:v>
                </c:pt>
                <c:pt idx="302">
                  <c:v>6.04</c:v>
                </c:pt>
                <c:pt idx="303">
                  <c:v>6.06</c:v>
                </c:pt>
                <c:pt idx="304">
                  <c:v>6.08</c:v>
                </c:pt>
                <c:pt idx="305">
                  <c:v>6.1</c:v>
                </c:pt>
                <c:pt idx="306">
                  <c:v>6.12</c:v>
                </c:pt>
                <c:pt idx="307">
                  <c:v>6.14</c:v>
                </c:pt>
                <c:pt idx="308">
                  <c:v>6.16</c:v>
                </c:pt>
                <c:pt idx="309">
                  <c:v>6.18</c:v>
                </c:pt>
                <c:pt idx="310">
                  <c:v>6.2</c:v>
                </c:pt>
                <c:pt idx="311">
                  <c:v>6.22</c:v>
                </c:pt>
                <c:pt idx="312">
                  <c:v>6.24</c:v>
                </c:pt>
                <c:pt idx="313">
                  <c:v>6.26</c:v>
                </c:pt>
                <c:pt idx="314">
                  <c:v>6.28</c:v>
                </c:pt>
                <c:pt idx="315">
                  <c:v>6.3</c:v>
                </c:pt>
                <c:pt idx="316">
                  <c:v>6.32</c:v>
                </c:pt>
                <c:pt idx="317">
                  <c:v>6.34</c:v>
                </c:pt>
                <c:pt idx="318">
                  <c:v>6.36</c:v>
                </c:pt>
                <c:pt idx="319">
                  <c:v>6.38</c:v>
                </c:pt>
                <c:pt idx="320">
                  <c:v>6.4</c:v>
                </c:pt>
                <c:pt idx="321">
                  <c:v>6.42</c:v>
                </c:pt>
                <c:pt idx="322">
                  <c:v>6.44</c:v>
                </c:pt>
                <c:pt idx="323">
                  <c:v>6.46</c:v>
                </c:pt>
                <c:pt idx="324">
                  <c:v>6.48</c:v>
                </c:pt>
                <c:pt idx="325">
                  <c:v>6.5</c:v>
                </c:pt>
                <c:pt idx="326">
                  <c:v>6.52</c:v>
                </c:pt>
                <c:pt idx="327">
                  <c:v>6.54</c:v>
                </c:pt>
                <c:pt idx="328">
                  <c:v>6.56</c:v>
                </c:pt>
                <c:pt idx="329">
                  <c:v>6.58</c:v>
                </c:pt>
                <c:pt idx="330">
                  <c:v>6.6</c:v>
                </c:pt>
                <c:pt idx="331">
                  <c:v>6.62</c:v>
                </c:pt>
                <c:pt idx="332">
                  <c:v>6.64</c:v>
                </c:pt>
                <c:pt idx="333">
                  <c:v>6.66</c:v>
                </c:pt>
                <c:pt idx="334">
                  <c:v>6.68</c:v>
                </c:pt>
                <c:pt idx="335">
                  <c:v>6.7</c:v>
                </c:pt>
                <c:pt idx="336">
                  <c:v>6.72</c:v>
                </c:pt>
                <c:pt idx="337">
                  <c:v>6.74</c:v>
                </c:pt>
                <c:pt idx="338">
                  <c:v>6.76</c:v>
                </c:pt>
                <c:pt idx="339">
                  <c:v>6.78</c:v>
                </c:pt>
                <c:pt idx="340">
                  <c:v>6.8</c:v>
                </c:pt>
                <c:pt idx="341">
                  <c:v>6.82</c:v>
                </c:pt>
                <c:pt idx="342">
                  <c:v>6.84</c:v>
                </c:pt>
                <c:pt idx="343">
                  <c:v>6.86</c:v>
                </c:pt>
                <c:pt idx="344">
                  <c:v>6.88</c:v>
                </c:pt>
                <c:pt idx="345">
                  <c:v>6.9</c:v>
                </c:pt>
                <c:pt idx="346">
                  <c:v>6.92</c:v>
                </c:pt>
                <c:pt idx="347">
                  <c:v>6.94</c:v>
                </c:pt>
                <c:pt idx="348">
                  <c:v>6.96</c:v>
                </c:pt>
                <c:pt idx="349">
                  <c:v>6.98</c:v>
                </c:pt>
                <c:pt idx="350">
                  <c:v>7</c:v>
                </c:pt>
                <c:pt idx="351">
                  <c:v>7.02</c:v>
                </c:pt>
                <c:pt idx="352">
                  <c:v>7.04</c:v>
                </c:pt>
                <c:pt idx="353">
                  <c:v>7.06</c:v>
                </c:pt>
                <c:pt idx="354">
                  <c:v>7.08</c:v>
                </c:pt>
                <c:pt idx="355">
                  <c:v>7.1</c:v>
                </c:pt>
                <c:pt idx="356">
                  <c:v>7.12</c:v>
                </c:pt>
                <c:pt idx="357">
                  <c:v>7.14</c:v>
                </c:pt>
                <c:pt idx="358">
                  <c:v>7.16</c:v>
                </c:pt>
                <c:pt idx="359">
                  <c:v>7.18</c:v>
                </c:pt>
                <c:pt idx="360">
                  <c:v>7.2</c:v>
                </c:pt>
                <c:pt idx="361">
                  <c:v>7.22</c:v>
                </c:pt>
                <c:pt idx="362">
                  <c:v>7.24</c:v>
                </c:pt>
                <c:pt idx="363">
                  <c:v>7.26</c:v>
                </c:pt>
                <c:pt idx="364">
                  <c:v>7.28</c:v>
                </c:pt>
                <c:pt idx="365">
                  <c:v>7.3</c:v>
                </c:pt>
                <c:pt idx="366">
                  <c:v>7.32</c:v>
                </c:pt>
                <c:pt idx="367">
                  <c:v>7.34</c:v>
                </c:pt>
                <c:pt idx="368">
                  <c:v>7.36</c:v>
                </c:pt>
                <c:pt idx="369">
                  <c:v>7.38</c:v>
                </c:pt>
                <c:pt idx="370">
                  <c:v>7.4</c:v>
                </c:pt>
                <c:pt idx="371">
                  <c:v>7.42</c:v>
                </c:pt>
                <c:pt idx="372">
                  <c:v>7.44</c:v>
                </c:pt>
                <c:pt idx="373">
                  <c:v>7.46</c:v>
                </c:pt>
                <c:pt idx="374">
                  <c:v>7.48</c:v>
                </c:pt>
                <c:pt idx="375">
                  <c:v>7.5</c:v>
                </c:pt>
                <c:pt idx="376">
                  <c:v>7.52</c:v>
                </c:pt>
                <c:pt idx="377">
                  <c:v>7.54</c:v>
                </c:pt>
                <c:pt idx="378">
                  <c:v>7.56</c:v>
                </c:pt>
                <c:pt idx="379">
                  <c:v>7.58</c:v>
                </c:pt>
                <c:pt idx="380">
                  <c:v>7.6</c:v>
                </c:pt>
                <c:pt idx="381">
                  <c:v>7.62</c:v>
                </c:pt>
                <c:pt idx="382">
                  <c:v>7.64</c:v>
                </c:pt>
                <c:pt idx="383">
                  <c:v>7.66</c:v>
                </c:pt>
                <c:pt idx="384">
                  <c:v>7.68</c:v>
                </c:pt>
                <c:pt idx="385">
                  <c:v>7.7</c:v>
                </c:pt>
                <c:pt idx="386">
                  <c:v>7.72</c:v>
                </c:pt>
                <c:pt idx="387">
                  <c:v>7.74</c:v>
                </c:pt>
                <c:pt idx="388">
                  <c:v>7.76</c:v>
                </c:pt>
                <c:pt idx="389">
                  <c:v>7.78</c:v>
                </c:pt>
                <c:pt idx="390">
                  <c:v>7.8</c:v>
                </c:pt>
                <c:pt idx="391">
                  <c:v>7.82</c:v>
                </c:pt>
                <c:pt idx="392">
                  <c:v>7.84</c:v>
                </c:pt>
                <c:pt idx="393">
                  <c:v>7.86</c:v>
                </c:pt>
                <c:pt idx="394">
                  <c:v>7.88</c:v>
                </c:pt>
                <c:pt idx="395">
                  <c:v>7.9</c:v>
                </c:pt>
                <c:pt idx="396">
                  <c:v>7.92</c:v>
                </c:pt>
                <c:pt idx="397">
                  <c:v>7.94</c:v>
                </c:pt>
                <c:pt idx="398">
                  <c:v>7.96</c:v>
                </c:pt>
                <c:pt idx="399">
                  <c:v>7.98</c:v>
                </c:pt>
                <c:pt idx="400">
                  <c:v>8</c:v>
                </c:pt>
                <c:pt idx="401">
                  <c:v>8.02</c:v>
                </c:pt>
                <c:pt idx="402">
                  <c:v>8.0399999999999991</c:v>
                </c:pt>
                <c:pt idx="403">
                  <c:v>8.06</c:v>
                </c:pt>
                <c:pt idx="404">
                  <c:v>8.08</c:v>
                </c:pt>
                <c:pt idx="405">
                  <c:v>8.1</c:v>
                </c:pt>
                <c:pt idx="406">
                  <c:v>8.1199999999999992</c:v>
                </c:pt>
                <c:pt idx="407">
                  <c:v>8.14</c:v>
                </c:pt>
                <c:pt idx="408">
                  <c:v>8.16</c:v>
                </c:pt>
                <c:pt idx="409">
                  <c:v>8.18</c:v>
                </c:pt>
                <c:pt idx="410">
                  <c:v>8.1999999999999993</c:v>
                </c:pt>
                <c:pt idx="411">
                  <c:v>8.2200000000000006</c:v>
                </c:pt>
                <c:pt idx="412">
                  <c:v>8.24</c:v>
                </c:pt>
                <c:pt idx="413">
                  <c:v>8.26</c:v>
                </c:pt>
                <c:pt idx="414">
                  <c:v>8.2799999999999994</c:v>
                </c:pt>
                <c:pt idx="415">
                  <c:v>8.3000000000000007</c:v>
                </c:pt>
                <c:pt idx="416">
                  <c:v>8.32</c:v>
                </c:pt>
                <c:pt idx="417">
                  <c:v>8.34</c:v>
                </c:pt>
                <c:pt idx="418">
                  <c:v>8.36</c:v>
                </c:pt>
                <c:pt idx="419">
                  <c:v>8.3800000000000008</c:v>
                </c:pt>
                <c:pt idx="420">
                  <c:v>8.4</c:v>
                </c:pt>
                <c:pt idx="421">
                  <c:v>8.42</c:v>
                </c:pt>
                <c:pt idx="422">
                  <c:v>8.44</c:v>
                </c:pt>
                <c:pt idx="423">
                  <c:v>8.4600000000000009</c:v>
                </c:pt>
                <c:pt idx="424">
                  <c:v>8.48</c:v>
                </c:pt>
                <c:pt idx="425">
                  <c:v>8.5</c:v>
                </c:pt>
                <c:pt idx="426">
                  <c:v>8.52</c:v>
                </c:pt>
                <c:pt idx="427">
                  <c:v>8.5399999999999991</c:v>
                </c:pt>
                <c:pt idx="428">
                  <c:v>8.56</c:v>
                </c:pt>
                <c:pt idx="429">
                  <c:v>8.58</c:v>
                </c:pt>
                <c:pt idx="430">
                  <c:v>8.6</c:v>
                </c:pt>
                <c:pt idx="431">
                  <c:v>8.6199999999999992</c:v>
                </c:pt>
                <c:pt idx="432">
                  <c:v>8.64</c:v>
                </c:pt>
                <c:pt idx="433">
                  <c:v>8.66</c:v>
                </c:pt>
                <c:pt idx="434">
                  <c:v>8.68</c:v>
                </c:pt>
                <c:pt idx="435">
                  <c:v>8.6999999999999993</c:v>
                </c:pt>
                <c:pt idx="436">
                  <c:v>8.7200000000000006</c:v>
                </c:pt>
                <c:pt idx="437">
                  <c:v>8.74</c:v>
                </c:pt>
                <c:pt idx="438">
                  <c:v>8.76</c:v>
                </c:pt>
                <c:pt idx="439">
                  <c:v>8.7799999999999994</c:v>
                </c:pt>
                <c:pt idx="440">
                  <c:v>8.8000000000000007</c:v>
                </c:pt>
                <c:pt idx="441">
                  <c:v>8.82</c:v>
                </c:pt>
                <c:pt idx="442">
                  <c:v>8.84</c:v>
                </c:pt>
                <c:pt idx="443">
                  <c:v>8.86</c:v>
                </c:pt>
                <c:pt idx="444">
                  <c:v>8.8800000000000008</c:v>
                </c:pt>
                <c:pt idx="445">
                  <c:v>8.9</c:v>
                </c:pt>
                <c:pt idx="446">
                  <c:v>8.92</c:v>
                </c:pt>
                <c:pt idx="447">
                  <c:v>8.94</c:v>
                </c:pt>
                <c:pt idx="448">
                  <c:v>8.9600000000000009</c:v>
                </c:pt>
                <c:pt idx="449">
                  <c:v>8.98</c:v>
                </c:pt>
                <c:pt idx="450">
                  <c:v>9</c:v>
                </c:pt>
                <c:pt idx="451">
                  <c:v>9.02</c:v>
                </c:pt>
                <c:pt idx="452">
                  <c:v>9.0399999999999991</c:v>
                </c:pt>
                <c:pt idx="453">
                  <c:v>9.06</c:v>
                </c:pt>
                <c:pt idx="454">
                  <c:v>9.08</c:v>
                </c:pt>
                <c:pt idx="455">
                  <c:v>9.1</c:v>
                </c:pt>
                <c:pt idx="456">
                  <c:v>9.1199999999999992</c:v>
                </c:pt>
                <c:pt idx="457">
                  <c:v>9.14</c:v>
                </c:pt>
                <c:pt idx="458">
                  <c:v>9.16</c:v>
                </c:pt>
                <c:pt idx="459">
                  <c:v>9.18</c:v>
                </c:pt>
                <c:pt idx="460">
                  <c:v>9.1999999999999993</c:v>
                </c:pt>
                <c:pt idx="461">
                  <c:v>9.2200000000000006</c:v>
                </c:pt>
                <c:pt idx="462">
                  <c:v>9.24</c:v>
                </c:pt>
                <c:pt idx="463">
                  <c:v>9.26</c:v>
                </c:pt>
                <c:pt idx="464">
                  <c:v>9.2799999999999994</c:v>
                </c:pt>
                <c:pt idx="465">
                  <c:v>9.3000000000000007</c:v>
                </c:pt>
                <c:pt idx="466">
                  <c:v>9.32</c:v>
                </c:pt>
                <c:pt idx="467">
                  <c:v>9.34</c:v>
                </c:pt>
                <c:pt idx="468">
                  <c:v>9.36</c:v>
                </c:pt>
                <c:pt idx="469">
                  <c:v>9.3800000000000008</c:v>
                </c:pt>
                <c:pt idx="470">
                  <c:v>9.4</c:v>
                </c:pt>
                <c:pt idx="471">
                  <c:v>9.42</c:v>
                </c:pt>
                <c:pt idx="472">
                  <c:v>9.44</c:v>
                </c:pt>
                <c:pt idx="473">
                  <c:v>9.4600000000000009</c:v>
                </c:pt>
                <c:pt idx="474">
                  <c:v>9.48</c:v>
                </c:pt>
                <c:pt idx="475">
                  <c:v>9.5</c:v>
                </c:pt>
                <c:pt idx="476">
                  <c:v>9.52</c:v>
                </c:pt>
                <c:pt idx="477">
                  <c:v>9.5399999999999991</c:v>
                </c:pt>
                <c:pt idx="478">
                  <c:v>9.56</c:v>
                </c:pt>
                <c:pt idx="479">
                  <c:v>9.58</c:v>
                </c:pt>
                <c:pt idx="480">
                  <c:v>9.6</c:v>
                </c:pt>
                <c:pt idx="481">
                  <c:v>9.6199999999999992</c:v>
                </c:pt>
                <c:pt idx="482">
                  <c:v>9.64</c:v>
                </c:pt>
                <c:pt idx="483">
                  <c:v>9.66</c:v>
                </c:pt>
                <c:pt idx="484">
                  <c:v>9.68</c:v>
                </c:pt>
                <c:pt idx="485">
                  <c:v>9.6999999999999993</c:v>
                </c:pt>
                <c:pt idx="486">
                  <c:v>9.7200000000000006</c:v>
                </c:pt>
                <c:pt idx="487">
                  <c:v>9.74</c:v>
                </c:pt>
                <c:pt idx="488">
                  <c:v>9.76</c:v>
                </c:pt>
                <c:pt idx="489">
                  <c:v>9.7799999999999994</c:v>
                </c:pt>
                <c:pt idx="490">
                  <c:v>9.8000000000000007</c:v>
                </c:pt>
                <c:pt idx="491">
                  <c:v>9.82</c:v>
                </c:pt>
                <c:pt idx="492">
                  <c:v>9.84</c:v>
                </c:pt>
                <c:pt idx="493">
                  <c:v>9.86</c:v>
                </c:pt>
                <c:pt idx="494">
                  <c:v>9.8800000000000008</c:v>
                </c:pt>
                <c:pt idx="495">
                  <c:v>9.9</c:v>
                </c:pt>
                <c:pt idx="496">
                  <c:v>9.92</c:v>
                </c:pt>
                <c:pt idx="497">
                  <c:v>9.94</c:v>
                </c:pt>
                <c:pt idx="498">
                  <c:v>9.9600000000000009</c:v>
                </c:pt>
                <c:pt idx="499">
                  <c:v>9.98</c:v>
                </c:pt>
                <c:pt idx="500">
                  <c:v>10</c:v>
                </c:pt>
              </c:numCache>
            </c:numRef>
          </c:xVal>
          <c:yVal>
            <c:numRef>
              <c:f>Sheet1!$J$2:$J$502</c:f>
              <c:numCache>
                <c:formatCode>General</c:formatCode>
                <c:ptCount val="501"/>
                <c:pt idx="0">
                  <c:v>1.0848</c:v>
                </c:pt>
                <c:pt idx="1">
                  <c:v>1.1067</c:v>
                </c:pt>
                <c:pt idx="2">
                  <c:v>1.1281000000000001</c:v>
                </c:pt>
                <c:pt idx="3">
                  <c:v>1.149</c:v>
                </c:pt>
                <c:pt idx="4">
                  <c:v>1.1694</c:v>
                </c:pt>
                <c:pt idx="5">
                  <c:v>1.1891</c:v>
                </c:pt>
                <c:pt idx="6">
                  <c:v>1.2081999999999999</c:v>
                </c:pt>
                <c:pt idx="7">
                  <c:v>1.2265999999999999</c:v>
                </c:pt>
                <c:pt idx="8">
                  <c:v>1.2442</c:v>
                </c:pt>
                <c:pt idx="9">
                  <c:v>1.2611000000000001</c:v>
                </c:pt>
                <c:pt idx="10">
                  <c:v>1.2771999999999999</c:v>
                </c:pt>
                <c:pt idx="11">
                  <c:v>1.2924</c:v>
                </c:pt>
                <c:pt idx="12">
                  <c:v>1.3067</c:v>
                </c:pt>
                <c:pt idx="13">
                  <c:v>1.3201000000000001</c:v>
                </c:pt>
                <c:pt idx="14">
                  <c:v>1.3325</c:v>
                </c:pt>
                <c:pt idx="15">
                  <c:v>1.3440000000000001</c:v>
                </c:pt>
                <c:pt idx="16">
                  <c:v>1.3545</c:v>
                </c:pt>
                <c:pt idx="17">
                  <c:v>1.3638999999999999</c:v>
                </c:pt>
                <c:pt idx="18">
                  <c:v>1.3723000000000001</c:v>
                </c:pt>
                <c:pt idx="19">
                  <c:v>1.3795999999999999</c:v>
                </c:pt>
                <c:pt idx="20">
                  <c:v>1.3857999999999999</c:v>
                </c:pt>
                <c:pt idx="21">
                  <c:v>1.3909</c:v>
                </c:pt>
                <c:pt idx="22">
                  <c:v>1.3949</c:v>
                </c:pt>
                <c:pt idx="23">
                  <c:v>1.3976999999999999</c:v>
                </c:pt>
                <c:pt idx="24">
                  <c:v>1.3994</c:v>
                </c:pt>
                <c:pt idx="25">
                  <c:v>1.4</c:v>
                </c:pt>
                <c:pt idx="26">
                  <c:v>1.3994</c:v>
                </c:pt>
                <c:pt idx="27">
                  <c:v>1.3976999999999999</c:v>
                </c:pt>
                <c:pt idx="28">
                  <c:v>1.3949</c:v>
                </c:pt>
                <c:pt idx="29">
                  <c:v>1.3909</c:v>
                </c:pt>
                <c:pt idx="30">
                  <c:v>1.3857999999999999</c:v>
                </c:pt>
                <c:pt idx="31">
                  <c:v>1.3795999999999999</c:v>
                </c:pt>
                <c:pt idx="32">
                  <c:v>1.3723000000000001</c:v>
                </c:pt>
                <c:pt idx="33">
                  <c:v>1.3638999999999999</c:v>
                </c:pt>
                <c:pt idx="34">
                  <c:v>1.3545</c:v>
                </c:pt>
                <c:pt idx="35">
                  <c:v>1.3440000000000001</c:v>
                </c:pt>
                <c:pt idx="36">
                  <c:v>1.3325</c:v>
                </c:pt>
                <c:pt idx="37">
                  <c:v>1.3201000000000001</c:v>
                </c:pt>
                <c:pt idx="38">
                  <c:v>1.3067</c:v>
                </c:pt>
                <c:pt idx="39">
                  <c:v>1.2924</c:v>
                </c:pt>
                <c:pt idx="40">
                  <c:v>1.2771999999999999</c:v>
                </c:pt>
                <c:pt idx="41">
                  <c:v>1.2611000000000001</c:v>
                </c:pt>
                <c:pt idx="42">
                  <c:v>1.2442</c:v>
                </c:pt>
                <c:pt idx="43">
                  <c:v>1.2265999999999999</c:v>
                </c:pt>
                <c:pt idx="44">
                  <c:v>1.2081999999999999</c:v>
                </c:pt>
                <c:pt idx="45">
                  <c:v>1.1891</c:v>
                </c:pt>
                <c:pt idx="46">
                  <c:v>1.1798</c:v>
                </c:pt>
                <c:pt idx="47">
                  <c:v>1.2223999999999999</c:v>
                </c:pt>
                <c:pt idx="48">
                  <c:v>1.2656000000000001</c:v>
                </c:pt>
                <c:pt idx="49">
                  <c:v>1.3091999999999999</c:v>
                </c:pt>
                <c:pt idx="50">
                  <c:v>1.3532</c:v>
                </c:pt>
                <c:pt idx="51">
                  <c:v>1.3975</c:v>
                </c:pt>
                <c:pt idx="52">
                  <c:v>1.4420999999999999</c:v>
                </c:pt>
                <c:pt idx="53">
                  <c:v>1.4870000000000001</c:v>
                </c:pt>
                <c:pt idx="54">
                  <c:v>1.5319</c:v>
                </c:pt>
                <c:pt idx="55">
                  <c:v>1.577</c:v>
                </c:pt>
                <c:pt idx="56">
                  <c:v>1.6220000000000001</c:v>
                </c:pt>
                <c:pt idx="57">
                  <c:v>1.667</c:v>
                </c:pt>
                <c:pt idx="58">
                  <c:v>1.7118</c:v>
                </c:pt>
                <c:pt idx="59">
                  <c:v>1.7564</c:v>
                </c:pt>
                <c:pt idx="60">
                  <c:v>1.8007</c:v>
                </c:pt>
                <c:pt idx="61">
                  <c:v>1.8446</c:v>
                </c:pt>
                <c:pt idx="62">
                  <c:v>1.8879999999999999</c:v>
                </c:pt>
                <c:pt idx="63">
                  <c:v>1.9309000000000001</c:v>
                </c:pt>
                <c:pt idx="64">
                  <c:v>1.9731000000000001</c:v>
                </c:pt>
                <c:pt idx="65">
                  <c:v>2.0146000000000002</c:v>
                </c:pt>
                <c:pt idx="66">
                  <c:v>2.0552999999999999</c:v>
                </c:pt>
                <c:pt idx="67">
                  <c:v>2.0951</c:v>
                </c:pt>
                <c:pt idx="68">
                  <c:v>2.1339000000000001</c:v>
                </c:pt>
                <c:pt idx="69">
                  <c:v>2.1717</c:v>
                </c:pt>
                <c:pt idx="70">
                  <c:v>2.2084000000000001</c:v>
                </c:pt>
                <c:pt idx="71">
                  <c:v>2.2437999999999998</c:v>
                </c:pt>
                <c:pt idx="72">
                  <c:v>2.2778999999999998</c:v>
                </c:pt>
                <c:pt idx="73">
                  <c:v>2.3107000000000002</c:v>
                </c:pt>
                <c:pt idx="74">
                  <c:v>2.3420000000000001</c:v>
                </c:pt>
                <c:pt idx="75">
                  <c:v>2.3719000000000001</c:v>
                </c:pt>
                <c:pt idx="76">
                  <c:v>2.4001000000000001</c:v>
                </c:pt>
                <c:pt idx="77">
                  <c:v>2.4266999999999999</c:v>
                </c:pt>
                <c:pt idx="78">
                  <c:v>2.4516</c:v>
                </c:pt>
                <c:pt idx="79">
                  <c:v>2.4746999999999999</c:v>
                </c:pt>
                <c:pt idx="80">
                  <c:v>2.496</c:v>
                </c:pt>
                <c:pt idx="81">
                  <c:v>2.5154000000000001</c:v>
                </c:pt>
                <c:pt idx="82">
                  <c:v>2.5329999999999999</c:v>
                </c:pt>
                <c:pt idx="83">
                  <c:v>2.5485000000000002</c:v>
                </c:pt>
                <c:pt idx="84">
                  <c:v>2.5621</c:v>
                </c:pt>
                <c:pt idx="85">
                  <c:v>2.5735999999999999</c:v>
                </c:pt>
                <c:pt idx="86">
                  <c:v>2.5831</c:v>
                </c:pt>
                <c:pt idx="87">
                  <c:v>2.5905</c:v>
                </c:pt>
                <c:pt idx="88">
                  <c:v>2.5958000000000001</c:v>
                </c:pt>
                <c:pt idx="89">
                  <c:v>2.5989</c:v>
                </c:pt>
                <c:pt idx="90">
                  <c:v>2.6</c:v>
                </c:pt>
                <c:pt idx="91">
                  <c:v>2.5989</c:v>
                </c:pt>
                <c:pt idx="92">
                  <c:v>2.5958000000000001</c:v>
                </c:pt>
                <c:pt idx="93">
                  <c:v>2.5905</c:v>
                </c:pt>
                <c:pt idx="94">
                  <c:v>2.5831</c:v>
                </c:pt>
                <c:pt idx="95">
                  <c:v>2.5735999999999999</c:v>
                </c:pt>
                <c:pt idx="96">
                  <c:v>2.5621</c:v>
                </c:pt>
                <c:pt idx="97">
                  <c:v>2.5485000000000002</c:v>
                </c:pt>
                <c:pt idx="98">
                  <c:v>2.5329999999999999</c:v>
                </c:pt>
                <c:pt idx="99">
                  <c:v>2.5154000000000001</c:v>
                </c:pt>
                <c:pt idx="100">
                  <c:v>2.496</c:v>
                </c:pt>
                <c:pt idx="101">
                  <c:v>2.4746999999999999</c:v>
                </c:pt>
                <c:pt idx="102">
                  <c:v>2.4516</c:v>
                </c:pt>
                <c:pt idx="103">
                  <c:v>2.4266999999999999</c:v>
                </c:pt>
                <c:pt idx="104">
                  <c:v>2.4001000000000001</c:v>
                </c:pt>
                <c:pt idx="105">
                  <c:v>2.3719000000000001</c:v>
                </c:pt>
                <c:pt idx="106">
                  <c:v>2.3420000000000001</c:v>
                </c:pt>
                <c:pt idx="107">
                  <c:v>2.3107000000000002</c:v>
                </c:pt>
                <c:pt idx="108">
                  <c:v>2.2778999999999998</c:v>
                </c:pt>
                <c:pt idx="109">
                  <c:v>2.2437999999999998</c:v>
                </c:pt>
                <c:pt idx="110">
                  <c:v>2.2084000000000001</c:v>
                </c:pt>
                <c:pt idx="111">
                  <c:v>2.1717</c:v>
                </c:pt>
                <c:pt idx="112">
                  <c:v>2.1339000000000001</c:v>
                </c:pt>
                <c:pt idx="113">
                  <c:v>2.0951</c:v>
                </c:pt>
                <c:pt idx="114">
                  <c:v>2.0552999999999999</c:v>
                </c:pt>
                <c:pt idx="115">
                  <c:v>2.0146000000000002</c:v>
                </c:pt>
                <c:pt idx="116">
                  <c:v>1.9731000000000001</c:v>
                </c:pt>
                <c:pt idx="117">
                  <c:v>1.9309000000000001</c:v>
                </c:pt>
                <c:pt idx="118">
                  <c:v>1.8879999999999999</c:v>
                </c:pt>
                <c:pt idx="119">
                  <c:v>1.8446</c:v>
                </c:pt>
                <c:pt idx="120">
                  <c:v>1.8007</c:v>
                </c:pt>
                <c:pt idx="121">
                  <c:v>1.7564</c:v>
                </c:pt>
                <c:pt idx="122">
                  <c:v>1.7118</c:v>
                </c:pt>
                <c:pt idx="123">
                  <c:v>1.667</c:v>
                </c:pt>
                <c:pt idx="124">
                  <c:v>1.6220000000000001</c:v>
                </c:pt>
                <c:pt idx="125">
                  <c:v>1.577</c:v>
                </c:pt>
                <c:pt idx="126">
                  <c:v>1.5319</c:v>
                </c:pt>
                <c:pt idx="127">
                  <c:v>1.4870000000000001</c:v>
                </c:pt>
                <c:pt idx="128">
                  <c:v>1.4583999999999999</c:v>
                </c:pt>
                <c:pt idx="129">
                  <c:v>1.5024999999999999</c:v>
                </c:pt>
                <c:pt idx="130">
                  <c:v>1.5467</c:v>
                </c:pt>
                <c:pt idx="131">
                  <c:v>1.5908</c:v>
                </c:pt>
                <c:pt idx="132">
                  <c:v>1.6349</c:v>
                </c:pt>
                <c:pt idx="133">
                  <c:v>1.6789000000000001</c:v>
                </c:pt>
                <c:pt idx="134">
                  <c:v>1.7225999999999999</c:v>
                </c:pt>
                <c:pt idx="135">
                  <c:v>1.7661</c:v>
                </c:pt>
                <c:pt idx="136">
                  <c:v>1.8090999999999999</c:v>
                </c:pt>
                <c:pt idx="137">
                  <c:v>1.8516999999999999</c:v>
                </c:pt>
                <c:pt idx="138">
                  <c:v>1.8936999999999999</c:v>
                </c:pt>
                <c:pt idx="139">
                  <c:v>1.9351</c:v>
                </c:pt>
                <c:pt idx="140">
                  <c:v>1.9758</c:v>
                </c:pt>
                <c:pt idx="141">
                  <c:v>2.0156999999999998</c:v>
                </c:pt>
                <c:pt idx="142">
                  <c:v>2.0548000000000002</c:v>
                </c:pt>
                <c:pt idx="143">
                  <c:v>2.0929000000000002</c:v>
                </c:pt>
                <c:pt idx="144">
                  <c:v>2.1299000000000001</c:v>
                </c:pt>
                <c:pt idx="145">
                  <c:v>2.1659000000000002</c:v>
                </c:pt>
                <c:pt idx="146">
                  <c:v>2.2006000000000001</c:v>
                </c:pt>
                <c:pt idx="147">
                  <c:v>2.2341000000000002</c:v>
                </c:pt>
                <c:pt idx="148">
                  <c:v>2.2663000000000002</c:v>
                </c:pt>
                <c:pt idx="149">
                  <c:v>2.2970000000000002</c:v>
                </c:pt>
                <c:pt idx="150">
                  <c:v>2.3262</c:v>
                </c:pt>
                <c:pt idx="151">
                  <c:v>2.3538999999999999</c:v>
                </c:pt>
                <c:pt idx="152">
                  <c:v>2.38</c:v>
                </c:pt>
                <c:pt idx="153">
                  <c:v>2.4043999999999999</c:v>
                </c:pt>
                <c:pt idx="154">
                  <c:v>2.4270999999999998</c:v>
                </c:pt>
                <c:pt idx="155">
                  <c:v>2.448</c:v>
                </c:pt>
                <c:pt idx="156">
                  <c:v>2.4670999999999998</c:v>
                </c:pt>
                <c:pt idx="157">
                  <c:v>2.4843000000000002</c:v>
                </c:pt>
                <c:pt idx="158">
                  <c:v>2.4994999999999998</c:v>
                </c:pt>
                <c:pt idx="159">
                  <c:v>2.5127999999999999</c:v>
                </c:pt>
                <c:pt idx="160">
                  <c:v>2.5240999999999998</c:v>
                </c:pt>
                <c:pt idx="161">
                  <c:v>2.5333999999999999</c:v>
                </c:pt>
                <c:pt idx="162">
                  <c:v>2.5406</c:v>
                </c:pt>
                <c:pt idx="163">
                  <c:v>2.5457999999999998</c:v>
                </c:pt>
                <c:pt idx="164">
                  <c:v>2.5489999999999999</c:v>
                </c:pt>
                <c:pt idx="165">
                  <c:v>2.5499999999999998</c:v>
                </c:pt>
                <c:pt idx="166">
                  <c:v>2.5489999999999999</c:v>
                </c:pt>
                <c:pt idx="167">
                  <c:v>2.5457999999999998</c:v>
                </c:pt>
                <c:pt idx="168">
                  <c:v>2.5406</c:v>
                </c:pt>
                <c:pt idx="169">
                  <c:v>2.5333999999999999</c:v>
                </c:pt>
                <c:pt idx="170">
                  <c:v>2.5240999999999998</c:v>
                </c:pt>
                <c:pt idx="171">
                  <c:v>2.5127999999999999</c:v>
                </c:pt>
                <c:pt idx="172">
                  <c:v>2.4994999999999998</c:v>
                </c:pt>
                <c:pt idx="173">
                  <c:v>2.4843000000000002</c:v>
                </c:pt>
                <c:pt idx="174">
                  <c:v>2.4670999999999998</c:v>
                </c:pt>
                <c:pt idx="175">
                  <c:v>2.448</c:v>
                </c:pt>
                <c:pt idx="176">
                  <c:v>2.4270999999999998</c:v>
                </c:pt>
                <c:pt idx="177">
                  <c:v>2.4043999999999999</c:v>
                </c:pt>
                <c:pt idx="178">
                  <c:v>2.38</c:v>
                </c:pt>
                <c:pt idx="179">
                  <c:v>2.3538999999999999</c:v>
                </c:pt>
                <c:pt idx="180">
                  <c:v>2.3262</c:v>
                </c:pt>
                <c:pt idx="181">
                  <c:v>2.2970000000000002</c:v>
                </c:pt>
                <c:pt idx="182">
                  <c:v>2.2663000000000002</c:v>
                </c:pt>
                <c:pt idx="183">
                  <c:v>2.2341000000000002</c:v>
                </c:pt>
                <c:pt idx="184">
                  <c:v>2.2006000000000001</c:v>
                </c:pt>
                <c:pt idx="185">
                  <c:v>2.1659000000000002</c:v>
                </c:pt>
                <c:pt idx="186">
                  <c:v>2.1299000000000001</c:v>
                </c:pt>
                <c:pt idx="187">
                  <c:v>2.0929000000000002</c:v>
                </c:pt>
                <c:pt idx="188">
                  <c:v>2.0548000000000002</c:v>
                </c:pt>
                <c:pt idx="189">
                  <c:v>2.0156999999999998</c:v>
                </c:pt>
                <c:pt idx="190">
                  <c:v>1.9758</c:v>
                </c:pt>
                <c:pt idx="191">
                  <c:v>1.9351</c:v>
                </c:pt>
                <c:pt idx="192">
                  <c:v>1.8936999999999999</c:v>
                </c:pt>
                <c:pt idx="193">
                  <c:v>1.8516999999999999</c:v>
                </c:pt>
                <c:pt idx="194">
                  <c:v>1.8090999999999999</c:v>
                </c:pt>
                <c:pt idx="195">
                  <c:v>1.7661</c:v>
                </c:pt>
                <c:pt idx="196">
                  <c:v>1.7225999999999999</c:v>
                </c:pt>
                <c:pt idx="197">
                  <c:v>1.6789000000000001</c:v>
                </c:pt>
                <c:pt idx="198">
                  <c:v>1.6349</c:v>
                </c:pt>
                <c:pt idx="199">
                  <c:v>1.5908</c:v>
                </c:pt>
                <c:pt idx="200">
                  <c:v>1.5467</c:v>
                </c:pt>
                <c:pt idx="201">
                  <c:v>1.5024999999999999</c:v>
                </c:pt>
                <c:pt idx="202">
                  <c:v>1.4583999999999999</c:v>
                </c:pt>
                <c:pt idx="203">
                  <c:v>1.4144000000000001</c:v>
                </c:pt>
                <c:pt idx="204">
                  <c:v>1.3706</c:v>
                </c:pt>
                <c:pt idx="205">
                  <c:v>1.3270999999999999</c:v>
                </c:pt>
                <c:pt idx="206">
                  <c:v>1.284</c:v>
                </c:pt>
                <c:pt idx="207">
                  <c:v>1.2412000000000001</c:v>
                </c:pt>
                <c:pt idx="208">
                  <c:v>1.1989000000000001</c:v>
                </c:pt>
                <c:pt idx="209">
                  <c:v>1.1571</c:v>
                </c:pt>
                <c:pt idx="210">
                  <c:v>1.1157999999999999</c:v>
                </c:pt>
                <c:pt idx="211">
                  <c:v>1.0750999999999999</c:v>
                </c:pt>
                <c:pt idx="212">
                  <c:v>1.0350999999999999</c:v>
                </c:pt>
                <c:pt idx="213">
                  <c:v>0.99570000000000003</c:v>
                </c:pt>
                <c:pt idx="214">
                  <c:v>0.95699999999999996</c:v>
                </c:pt>
                <c:pt idx="215">
                  <c:v>0.91910000000000003</c:v>
                </c:pt>
                <c:pt idx="216">
                  <c:v>0.88200000000000001</c:v>
                </c:pt>
                <c:pt idx="217">
                  <c:v>0.84570000000000001</c:v>
                </c:pt>
                <c:pt idx="218">
                  <c:v>0.81020000000000003</c:v>
                </c:pt>
                <c:pt idx="219">
                  <c:v>0.77559999999999996</c:v>
                </c:pt>
                <c:pt idx="220">
                  <c:v>0.77480000000000004</c:v>
                </c:pt>
                <c:pt idx="221">
                  <c:v>0.79049999999999998</c:v>
                </c:pt>
                <c:pt idx="222">
                  <c:v>0.80579999999999996</c:v>
                </c:pt>
                <c:pt idx="223">
                  <c:v>0.82069999999999999</c:v>
                </c:pt>
                <c:pt idx="224">
                  <c:v>0.83530000000000004</c:v>
                </c:pt>
                <c:pt idx="225">
                  <c:v>0.84940000000000004</c:v>
                </c:pt>
                <c:pt idx="226">
                  <c:v>0.86299999999999999</c:v>
                </c:pt>
                <c:pt idx="227">
                  <c:v>0.87609999999999999</c:v>
                </c:pt>
                <c:pt idx="228">
                  <c:v>0.88870000000000005</c:v>
                </c:pt>
                <c:pt idx="229">
                  <c:v>0.90080000000000005</c:v>
                </c:pt>
                <c:pt idx="230">
                  <c:v>0.9123</c:v>
                </c:pt>
                <c:pt idx="231">
                  <c:v>0.92310000000000003</c:v>
                </c:pt>
                <c:pt idx="232">
                  <c:v>0.93330000000000002</c:v>
                </c:pt>
                <c:pt idx="233">
                  <c:v>0.94289999999999996</c:v>
                </c:pt>
                <c:pt idx="234">
                  <c:v>0.95179999999999998</c:v>
                </c:pt>
                <c:pt idx="235">
                  <c:v>0.96</c:v>
                </c:pt>
                <c:pt idx="236">
                  <c:v>0.96750000000000003</c:v>
                </c:pt>
                <c:pt idx="237">
                  <c:v>0.97419999999999995</c:v>
                </c:pt>
                <c:pt idx="238">
                  <c:v>0.98019999999999996</c:v>
                </c:pt>
                <c:pt idx="239">
                  <c:v>0.98540000000000005</c:v>
                </c:pt>
                <c:pt idx="240">
                  <c:v>0.98980000000000001</c:v>
                </c:pt>
                <c:pt idx="241">
                  <c:v>0.99350000000000005</c:v>
                </c:pt>
                <c:pt idx="242">
                  <c:v>0.99629999999999996</c:v>
                </c:pt>
                <c:pt idx="243">
                  <c:v>0.99839999999999995</c:v>
                </c:pt>
                <c:pt idx="244">
                  <c:v>0.99960000000000004</c:v>
                </c:pt>
                <c:pt idx="245">
                  <c:v>1</c:v>
                </c:pt>
                <c:pt idx="246">
                  <c:v>0.99960000000000004</c:v>
                </c:pt>
                <c:pt idx="247">
                  <c:v>0.99839999999999995</c:v>
                </c:pt>
                <c:pt idx="248">
                  <c:v>0.99629999999999996</c:v>
                </c:pt>
                <c:pt idx="249">
                  <c:v>0.99350000000000005</c:v>
                </c:pt>
                <c:pt idx="250">
                  <c:v>0.98980000000000001</c:v>
                </c:pt>
                <c:pt idx="251">
                  <c:v>0.98540000000000005</c:v>
                </c:pt>
                <c:pt idx="252">
                  <c:v>0.98019999999999996</c:v>
                </c:pt>
                <c:pt idx="253">
                  <c:v>0.97419999999999995</c:v>
                </c:pt>
                <c:pt idx="254">
                  <c:v>0.96750000000000003</c:v>
                </c:pt>
                <c:pt idx="255">
                  <c:v>0.96</c:v>
                </c:pt>
                <c:pt idx="256">
                  <c:v>0.95179999999999998</c:v>
                </c:pt>
                <c:pt idx="257">
                  <c:v>0.94289999999999996</c:v>
                </c:pt>
                <c:pt idx="258">
                  <c:v>0.93330000000000002</c:v>
                </c:pt>
                <c:pt idx="259">
                  <c:v>0.92310000000000003</c:v>
                </c:pt>
                <c:pt idx="260">
                  <c:v>0.9123</c:v>
                </c:pt>
                <c:pt idx="261">
                  <c:v>0.90080000000000005</c:v>
                </c:pt>
                <c:pt idx="262">
                  <c:v>0.88870000000000005</c:v>
                </c:pt>
                <c:pt idx="263">
                  <c:v>0.87609999999999999</c:v>
                </c:pt>
                <c:pt idx="264">
                  <c:v>0.86299999999999999</c:v>
                </c:pt>
                <c:pt idx="265">
                  <c:v>0.84940000000000004</c:v>
                </c:pt>
                <c:pt idx="266">
                  <c:v>0.83530000000000004</c:v>
                </c:pt>
                <c:pt idx="267">
                  <c:v>0.82069999999999999</c:v>
                </c:pt>
                <c:pt idx="268">
                  <c:v>0.80579999999999996</c:v>
                </c:pt>
                <c:pt idx="269">
                  <c:v>0.79049999999999998</c:v>
                </c:pt>
                <c:pt idx="270">
                  <c:v>0.77480000000000004</c:v>
                </c:pt>
                <c:pt idx="271">
                  <c:v>0.75890000000000002</c:v>
                </c:pt>
                <c:pt idx="272">
                  <c:v>0.74260000000000004</c:v>
                </c:pt>
                <c:pt idx="273">
                  <c:v>0.72609999999999997</c:v>
                </c:pt>
                <c:pt idx="274">
                  <c:v>0.70940000000000003</c:v>
                </c:pt>
                <c:pt idx="275">
                  <c:v>0.69259999999999999</c:v>
                </c:pt>
                <c:pt idx="276">
                  <c:v>0.67549999999999999</c:v>
                </c:pt>
                <c:pt idx="277">
                  <c:v>0.65839999999999999</c:v>
                </c:pt>
                <c:pt idx="278">
                  <c:v>0.64119999999999999</c:v>
                </c:pt>
                <c:pt idx="279">
                  <c:v>0.62390000000000001</c:v>
                </c:pt>
                <c:pt idx="280">
                  <c:v>0.60650000000000004</c:v>
                </c:pt>
                <c:pt idx="281">
                  <c:v>0.58919999999999995</c:v>
                </c:pt>
                <c:pt idx="282">
                  <c:v>0.57189999999999996</c:v>
                </c:pt>
                <c:pt idx="283">
                  <c:v>0.55469999999999997</c:v>
                </c:pt>
                <c:pt idx="284">
                  <c:v>0.53749999999999998</c:v>
                </c:pt>
                <c:pt idx="285">
                  <c:v>0.52049999999999996</c:v>
                </c:pt>
                <c:pt idx="286">
                  <c:v>0.50349999999999995</c:v>
                </c:pt>
                <c:pt idx="287">
                  <c:v>0.48680000000000001</c:v>
                </c:pt>
                <c:pt idx="288">
                  <c:v>0.47020000000000001</c:v>
                </c:pt>
                <c:pt idx="289">
                  <c:v>0.45379999999999998</c:v>
                </c:pt>
                <c:pt idx="290">
                  <c:v>0.43759999999999999</c:v>
                </c:pt>
                <c:pt idx="291">
                  <c:v>0.42159999999999997</c:v>
                </c:pt>
                <c:pt idx="292">
                  <c:v>0.40589999999999998</c:v>
                </c:pt>
                <c:pt idx="293">
                  <c:v>0.39050000000000001</c:v>
                </c:pt>
                <c:pt idx="294">
                  <c:v>0.37530000000000002</c:v>
                </c:pt>
                <c:pt idx="295">
                  <c:v>0.3604</c:v>
                </c:pt>
                <c:pt idx="296">
                  <c:v>0.35570000000000002</c:v>
                </c:pt>
                <c:pt idx="297">
                  <c:v>0.36259999999999998</c:v>
                </c:pt>
                <c:pt idx="298">
                  <c:v>0.36930000000000002</c:v>
                </c:pt>
                <c:pt idx="299">
                  <c:v>0.37590000000000001</c:v>
                </c:pt>
                <c:pt idx="300">
                  <c:v>0.38219999999999998</c:v>
                </c:pt>
                <c:pt idx="301">
                  <c:v>0.38829999999999998</c:v>
                </c:pt>
                <c:pt idx="302">
                  <c:v>0.39429999999999998</c:v>
                </c:pt>
                <c:pt idx="303">
                  <c:v>0.39989999999999998</c:v>
                </c:pt>
                <c:pt idx="304">
                  <c:v>0.40539999999999998</c:v>
                </c:pt>
                <c:pt idx="305">
                  <c:v>0.41049999999999998</c:v>
                </c:pt>
                <c:pt idx="306">
                  <c:v>0.41539999999999999</c:v>
                </c:pt>
                <c:pt idx="307">
                  <c:v>0.42</c:v>
                </c:pt>
                <c:pt idx="308">
                  <c:v>0.42430000000000001</c:v>
                </c:pt>
                <c:pt idx="309">
                  <c:v>0.42830000000000001</c:v>
                </c:pt>
                <c:pt idx="310">
                  <c:v>0.432</c:v>
                </c:pt>
                <c:pt idx="311">
                  <c:v>0.43540000000000001</c:v>
                </c:pt>
                <c:pt idx="312">
                  <c:v>0.43840000000000001</c:v>
                </c:pt>
                <c:pt idx="313">
                  <c:v>0.44109999999999999</c:v>
                </c:pt>
                <c:pt idx="314">
                  <c:v>0.44340000000000002</c:v>
                </c:pt>
                <c:pt idx="315">
                  <c:v>0.44540000000000002</c:v>
                </c:pt>
                <c:pt idx="316">
                  <c:v>0.4471</c:v>
                </c:pt>
                <c:pt idx="317">
                  <c:v>0.44829999999999998</c:v>
                </c:pt>
                <c:pt idx="318">
                  <c:v>0.44929999999999998</c:v>
                </c:pt>
                <c:pt idx="319">
                  <c:v>0.44979999999999998</c:v>
                </c:pt>
                <c:pt idx="320">
                  <c:v>0.45</c:v>
                </c:pt>
                <c:pt idx="321">
                  <c:v>0.44979999999999998</c:v>
                </c:pt>
                <c:pt idx="322">
                  <c:v>0.44929999999999998</c:v>
                </c:pt>
                <c:pt idx="323">
                  <c:v>0.44829999999999998</c:v>
                </c:pt>
                <c:pt idx="324">
                  <c:v>0.4471</c:v>
                </c:pt>
                <c:pt idx="325">
                  <c:v>0.44540000000000002</c:v>
                </c:pt>
                <c:pt idx="326">
                  <c:v>0.44340000000000002</c:v>
                </c:pt>
                <c:pt idx="327">
                  <c:v>0.44109999999999999</c:v>
                </c:pt>
                <c:pt idx="328">
                  <c:v>0.43840000000000001</c:v>
                </c:pt>
                <c:pt idx="329">
                  <c:v>0.43540000000000001</c:v>
                </c:pt>
                <c:pt idx="330">
                  <c:v>0.432</c:v>
                </c:pt>
                <c:pt idx="331">
                  <c:v>0.42830000000000001</c:v>
                </c:pt>
                <c:pt idx="332">
                  <c:v>0.42430000000000001</c:v>
                </c:pt>
                <c:pt idx="333">
                  <c:v>0.42</c:v>
                </c:pt>
                <c:pt idx="334">
                  <c:v>0.41539999999999999</c:v>
                </c:pt>
                <c:pt idx="335">
                  <c:v>0.41049999999999998</c:v>
                </c:pt>
                <c:pt idx="336">
                  <c:v>0.40539999999999998</c:v>
                </c:pt>
                <c:pt idx="337">
                  <c:v>0.39989999999999998</c:v>
                </c:pt>
                <c:pt idx="338">
                  <c:v>0.39429999999999998</c:v>
                </c:pt>
                <c:pt idx="339">
                  <c:v>0.38829999999999998</c:v>
                </c:pt>
                <c:pt idx="340">
                  <c:v>0.38219999999999998</c:v>
                </c:pt>
                <c:pt idx="341">
                  <c:v>0.37590000000000001</c:v>
                </c:pt>
                <c:pt idx="342">
                  <c:v>0.36930000000000002</c:v>
                </c:pt>
                <c:pt idx="343">
                  <c:v>0.36259999999999998</c:v>
                </c:pt>
                <c:pt idx="344">
                  <c:v>0.35570000000000002</c:v>
                </c:pt>
                <c:pt idx="345">
                  <c:v>0.34870000000000001</c:v>
                </c:pt>
                <c:pt idx="346">
                  <c:v>0.34150000000000003</c:v>
                </c:pt>
                <c:pt idx="347">
                  <c:v>0.3342</c:v>
                </c:pt>
                <c:pt idx="348">
                  <c:v>0.32679999999999998</c:v>
                </c:pt>
                <c:pt idx="349">
                  <c:v>0.31929999999999997</c:v>
                </c:pt>
                <c:pt idx="350">
                  <c:v>0.31169999999999998</c:v>
                </c:pt>
                <c:pt idx="351">
                  <c:v>0.30399999999999999</c:v>
                </c:pt>
                <c:pt idx="352">
                  <c:v>0.29630000000000001</c:v>
                </c:pt>
                <c:pt idx="353">
                  <c:v>0.28849999999999998</c:v>
                </c:pt>
                <c:pt idx="354">
                  <c:v>0.28070000000000001</c:v>
                </c:pt>
                <c:pt idx="355">
                  <c:v>0.27289999999999998</c:v>
                </c:pt>
                <c:pt idx="356">
                  <c:v>0.2651</c:v>
                </c:pt>
                <c:pt idx="357">
                  <c:v>0.25740000000000002</c:v>
                </c:pt>
                <c:pt idx="358">
                  <c:v>0.25990000000000002</c:v>
                </c:pt>
                <c:pt idx="359">
                  <c:v>0.2656</c:v>
                </c:pt>
                <c:pt idx="360">
                  <c:v>0.2712</c:v>
                </c:pt>
                <c:pt idx="361">
                  <c:v>0.2767</c:v>
                </c:pt>
                <c:pt idx="362">
                  <c:v>0.28199999999999997</c:v>
                </c:pt>
                <c:pt idx="363">
                  <c:v>0.2873</c:v>
                </c:pt>
                <c:pt idx="364">
                  <c:v>0.2923</c:v>
                </c:pt>
                <c:pt idx="365">
                  <c:v>0.29730000000000001</c:v>
                </c:pt>
                <c:pt idx="366">
                  <c:v>0.30199999999999999</c:v>
                </c:pt>
                <c:pt idx="367">
                  <c:v>0.30659999999999998</c:v>
                </c:pt>
                <c:pt idx="368">
                  <c:v>0.31109999999999999</c:v>
                </c:pt>
                <c:pt idx="369">
                  <c:v>0.31530000000000002</c:v>
                </c:pt>
                <c:pt idx="370">
                  <c:v>0.31929999999999997</c:v>
                </c:pt>
                <c:pt idx="371">
                  <c:v>0.3231</c:v>
                </c:pt>
                <c:pt idx="372">
                  <c:v>0.32669999999999999</c:v>
                </c:pt>
                <c:pt idx="373">
                  <c:v>0.33</c:v>
                </c:pt>
                <c:pt idx="374">
                  <c:v>0.33310000000000001</c:v>
                </c:pt>
                <c:pt idx="375">
                  <c:v>0.33600000000000002</c:v>
                </c:pt>
                <c:pt idx="376">
                  <c:v>0.33860000000000001</c:v>
                </c:pt>
                <c:pt idx="377">
                  <c:v>0.34100000000000003</c:v>
                </c:pt>
                <c:pt idx="378">
                  <c:v>0.34310000000000002</c:v>
                </c:pt>
                <c:pt idx="379">
                  <c:v>0.34489999999999998</c:v>
                </c:pt>
                <c:pt idx="380">
                  <c:v>0.34639999999999999</c:v>
                </c:pt>
                <c:pt idx="381">
                  <c:v>0.34770000000000001</c:v>
                </c:pt>
                <c:pt idx="382">
                  <c:v>0.34870000000000001</c:v>
                </c:pt>
                <c:pt idx="383">
                  <c:v>0.34939999999999999</c:v>
                </c:pt>
                <c:pt idx="384">
                  <c:v>0.34989999999999999</c:v>
                </c:pt>
                <c:pt idx="385">
                  <c:v>0.35</c:v>
                </c:pt>
                <c:pt idx="386">
                  <c:v>0.34989999999999999</c:v>
                </c:pt>
                <c:pt idx="387">
                  <c:v>0.34939999999999999</c:v>
                </c:pt>
                <c:pt idx="388">
                  <c:v>0.34870000000000001</c:v>
                </c:pt>
                <c:pt idx="389">
                  <c:v>0.34770000000000001</c:v>
                </c:pt>
                <c:pt idx="390">
                  <c:v>0.34639999999999999</c:v>
                </c:pt>
                <c:pt idx="391">
                  <c:v>0.34489999999999998</c:v>
                </c:pt>
                <c:pt idx="392">
                  <c:v>0.34310000000000002</c:v>
                </c:pt>
                <c:pt idx="393">
                  <c:v>0.34100000000000003</c:v>
                </c:pt>
                <c:pt idx="394">
                  <c:v>0.33860000000000001</c:v>
                </c:pt>
                <c:pt idx="395">
                  <c:v>0.33600000000000002</c:v>
                </c:pt>
                <c:pt idx="396">
                  <c:v>0.33310000000000001</c:v>
                </c:pt>
                <c:pt idx="397">
                  <c:v>0.33</c:v>
                </c:pt>
                <c:pt idx="398">
                  <c:v>0.32669999999999999</c:v>
                </c:pt>
                <c:pt idx="399">
                  <c:v>0.3231</c:v>
                </c:pt>
                <c:pt idx="400">
                  <c:v>0.31929999999999997</c:v>
                </c:pt>
                <c:pt idx="401">
                  <c:v>0.31530000000000002</c:v>
                </c:pt>
                <c:pt idx="402">
                  <c:v>0.31109999999999999</c:v>
                </c:pt>
                <c:pt idx="403">
                  <c:v>0.30659999999999998</c:v>
                </c:pt>
                <c:pt idx="404">
                  <c:v>0.30199999999999999</c:v>
                </c:pt>
                <c:pt idx="405">
                  <c:v>0.29730000000000001</c:v>
                </c:pt>
                <c:pt idx="406">
                  <c:v>0.2923</c:v>
                </c:pt>
                <c:pt idx="407">
                  <c:v>0.2873</c:v>
                </c:pt>
                <c:pt idx="408">
                  <c:v>0.28199999999999997</c:v>
                </c:pt>
                <c:pt idx="409">
                  <c:v>0.2767</c:v>
                </c:pt>
                <c:pt idx="410">
                  <c:v>0.2712</c:v>
                </c:pt>
                <c:pt idx="411">
                  <c:v>0.2656</c:v>
                </c:pt>
                <c:pt idx="412">
                  <c:v>0.25990000000000002</c:v>
                </c:pt>
                <c:pt idx="413">
                  <c:v>0.25419999999999998</c:v>
                </c:pt>
                <c:pt idx="414">
                  <c:v>0.24829999999999999</c:v>
                </c:pt>
                <c:pt idx="415">
                  <c:v>0.2424</c:v>
                </c:pt>
                <c:pt idx="416">
                  <c:v>0.2364</c:v>
                </c:pt>
                <c:pt idx="417">
                  <c:v>0.23039999999999999</c:v>
                </c:pt>
                <c:pt idx="418">
                  <c:v>0.22439999999999999</c:v>
                </c:pt>
                <c:pt idx="419">
                  <c:v>0.21829999999999999</c:v>
                </c:pt>
                <c:pt idx="420">
                  <c:v>0.21229999999999999</c:v>
                </c:pt>
                <c:pt idx="421">
                  <c:v>0.20619999999999999</c:v>
                </c:pt>
                <c:pt idx="422">
                  <c:v>0.20019999999999999</c:v>
                </c:pt>
                <c:pt idx="423">
                  <c:v>0.19409999999999999</c:v>
                </c:pt>
                <c:pt idx="424">
                  <c:v>0.18809999999999999</c:v>
                </c:pt>
                <c:pt idx="425">
                  <c:v>0.1822</c:v>
                </c:pt>
                <c:pt idx="426">
                  <c:v>0.1762</c:v>
                </c:pt>
                <c:pt idx="427">
                  <c:v>0.1704</c:v>
                </c:pt>
                <c:pt idx="428">
                  <c:v>0.17760000000000001</c:v>
                </c:pt>
                <c:pt idx="429">
                  <c:v>0.19059999999999999</c:v>
                </c:pt>
                <c:pt idx="430">
                  <c:v>0.20430000000000001</c:v>
                </c:pt>
                <c:pt idx="431">
                  <c:v>0.21890000000000001</c:v>
                </c:pt>
                <c:pt idx="432">
                  <c:v>0.2344</c:v>
                </c:pt>
                <c:pt idx="433">
                  <c:v>0.25069999999999998</c:v>
                </c:pt>
                <c:pt idx="434">
                  <c:v>0.26790000000000003</c:v>
                </c:pt>
                <c:pt idx="435">
                  <c:v>0.28610000000000002</c:v>
                </c:pt>
                <c:pt idx="436">
                  <c:v>0.30530000000000002</c:v>
                </c:pt>
                <c:pt idx="437">
                  <c:v>0.32550000000000001</c:v>
                </c:pt>
                <c:pt idx="438">
                  <c:v>0.3468</c:v>
                </c:pt>
                <c:pt idx="439">
                  <c:v>0.36909999999999998</c:v>
                </c:pt>
                <c:pt idx="440">
                  <c:v>0.3926</c:v>
                </c:pt>
                <c:pt idx="441">
                  <c:v>0.41720000000000002</c:v>
                </c:pt>
                <c:pt idx="442">
                  <c:v>0.443</c:v>
                </c:pt>
                <c:pt idx="443">
                  <c:v>0.47</c:v>
                </c:pt>
                <c:pt idx="444">
                  <c:v>0.49830000000000002</c:v>
                </c:pt>
                <c:pt idx="445">
                  <c:v>0.52780000000000005</c:v>
                </c:pt>
                <c:pt idx="446">
                  <c:v>0.55859999999999999</c:v>
                </c:pt>
                <c:pt idx="447">
                  <c:v>0.5907</c:v>
                </c:pt>
                <c:pt idx="448">
                  <c:v>0.62419999999999998</c:v>
                </c:pt>
                <c:pt idx="449">
                  <c:v>0.65900000000000003</c:v>
                </c:pt>
                <c:pt idx="450">
                  <c:v>0.69520000000000004</c:v>
                </c:pt>
                <c:pt idx="451">
                  <c:v>0.73280000000000001</c:v>
                </c:pt>
                <c:pt idx="452">
                  <c:v>0.77180000000000004</c:v>
                </c:pt>
                <c:pt idx="453">
                  <c:v>0.81220000000000003</c:v>
                </c:pt>
                <c:pt idx="454">
                  <c:v>0.85399999999999998</c:v>
                </c:pt>
                <c:pt idx="455">
                  <c:v>0.89729999999999999</c:v>
                </c:pt>
                <c:pt idx="456">
                  <c:v>0.94189999999999996</c:v>
                </c:pt>
                <c:pt idx="457">
                  <c:v>0.98799999999999999</c:v>
                </c:pt>
                <c:pt idx="458">
                  <c:v>1.0355000000000001</c:v>
                </c:pt>
                <c:pt idx="459">
                  <c:v>1.0843</c:v>
                </c:pt>
                <c:pt idx="460">
                  <c:v>1.1346000000000001</c:v>
                </c:pt>
                <c:pt idx="461">
                  <c:v>1.1861999999999999</c:v>
                </c:pt>
                <c:pt idx="462">
                  <c:v>1.2392000000000001</c:v>
                </c:pt>
                <c:pt idx="463">
                  <c:v>1.2934000000000001</c:v>
                </c:pt>
                <c:pt idx="464">
                  <c:v>1.349</c:v>
                </c:pt>
                <c:pt idx="465">
                  <c:v>1.4056999999999999</c:v>
                </c:pt>
                <c:pt idx="466">
                  <c:v>1.4637</c:v>
                </c:pt>
                <c:pt idx="467">
                  <c:v>1.5227999999999999</c:v>
                </c:pt>
                <c:pt idx="468">
                  <c:v>1.583</c:v>
                </c:pt>
                <c:pt idx="469">
                  <c:v>1.6443000000000001</c:v>
                </c:pt>
                <c:pt idx="470">
                  <c:v>1.7064999999999999</c:v>
                </c:pt>
                <c:pt idx="471">
                  <c:v>1.7696000000000001</c:v>
                </c:pt>
                <c:pt idx="472">
                  <c:v>1.8335999999999999</c:v>
                </c:pt>
                <c:pt idx="473">
                  <c:v>1.8983000000000001</c:v>
                </c:pt>
                <c:pt idx="474">
                  <c:v>1.9637</c:v>
                </c:pt>
                <c:pt idx="475">
                  <c:v>2.0297999999999998</c:v>
                </c:pt>
                <c:pt idx="476">
                  <c:v>2.0962999999999998</c:v>
                </c:pt>
                <c:pt idx="477">
                  <c:v>2.1631999999999998</c:v>
                </c:pt>
                <c:pt idx="478">
                  <c:v>2.2303999999999999</c:v>
                </c:pt>
                <c:pt idx="479">
                  <c:v>2.2978999999999998</c:v>
                </c:pt>
                <c:pt idx="480">
                  <c:v>2.3654999999999999</c:v>
                </c:pt>
                <c:pt idx="481">
                  <c:v>2.4329999999999998</c:v>
                </c:pt>
                <c:pt idx="482">
                  <c:v>2.5005000000000002</c:v>
                </c:pt>
                <c:pt idx="483">
                  <c:v>2.5676999999999999</c:v>
                </c:pt>
                <c:pt idx="484">
                  <c:v>2.6345999999999998</c:v>
                </c:pt>
                <c:pt idx="485">
                  <c:v>2.7010000000000001</c:v>
                </c:pt>
                <c:pt idx="486">
                  <c:v>2.7669000000000001</c:v>
                </c:pt>
                <c:pt idx="487">
                  <c:v>2.8319999999999999</c:v>
                </c:pt>
                <c:pt idx="488">
                  <c:v>2.8963000000000001</c:v>
                </c:pt>
                <c:pt idx="489">
                  <c:v>2.9596</c:v>
                </c:pt>
                <c:pt idx="490">
                  <c:v>3.0219</c:v>
                </c:pt>
                <c:pt idx="491">
                  <c:v>3.0829</c:v>
                </c:pt>
                <c:pt idx="492">
                  <c:v>3.1425999999999998</c:v>
                </c:pt>
                <c:pt idx="493">
                  <c:v>3.2008999999999999</c:v>
                </c:pt>
                <c:pt idx="494">
                  <c:v>3.2576000000000001</c:v>
                </c:pt>
                <c:pt idx="495">
                  <c:v>3.3125</c:v>
                </c:pt>
                <c:pt idx="496">
                  <c:v>3.3656999999999999</c:v>
                </c:pt>
                <c:pt idx="497">
                  <c:v>3.4169</c:v>
                </c:pt>
                <c:pt idx="498">
                  <c:v>3.4661</c:v>
                </c:pt>
                <c:pt idx="499">
                  <c:v>3.5131000000000001</c:v>
                </c:pt>
                <c:pt idx="500">
                  <c:v>3.5577999999999999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2FE9-4B1D-A75B-D76056044C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0"/>
          <c:min val="0"/>
        </c:scaling>
        <c:delete val="0"/>
        <c:axPos val="b"/>
        <c:majorGridlines>
          <c:spPr>
            <a:ln w="9525" cap="flat">
              <a:solidFill>
                <a:srgbClr val="E6EB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600" b="0" i="0" u="none" strike="noStrike">
                    <a:solidFill>
                      <a:srgbClr val="222222"/>
                    </a:solidFill>
                    <a:latin typeface="Calibri"/>
                  </a:defRPr>
                </a:pPr>
                <a:r>
                  <a:rPr lang="fr-FR" sz="1600" b="0" i="0" u="none" strike="noStrike">
                    <a:solidFill>
                      <a:srgbClr val="222222"/>
                    </a:solidFill>
                    <a:latin typeface="Calibri"/>
                  </a:rPr>
                  <a:t>position x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  <c:majorUnit val="2"/>
      </c:valAx>
      <c:valAx>
        <c:axId val="2094734552"/>
        <c:scaling>
          <c:orientation val="minMax"/>
          <c:max val="5.6"/>
          <c:min val="0"/>
        </c:scaling>
        <c:delete val="0"/>
        <c:axPos val="l"/>
        <c:majorGridlines>
          <c:spPr>
            <a:ln w="9525" cap="flat">
              <a:solidFill>
                <a:srgbClr val="E6EB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600" b="0" i="0" u="none" strike="noStrike">
                    <a:solidFill>
                      <a:srgbClr val="222222"/>
                    </a:solidFill>
                    <a:latin typeface="Calibri"/>
                  </a:defRPr>
                </a:pPr>
                <a:r>
                  <a:rPr lang="fr-FR" sz="1600" b="0" i="0" u="none" strike="noStrike">
                    <a:solidFill>
                      <a:srgbClr val="222222"/>
                    </a:solidFill>
                    <a:latin typeface="Calibri"/>
                  </a:rPr>
                  <a:t>intensité</a:t>
                </a:r>
              </a:p>
            </c:rich>
          </c:tx>
          <c:overlay val="0"/>
        </c:title>
        <c:numFmt formatCode="[&lt;=4]0;&quot;&quot;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4731F-3821-431B-A539-6BD7AE6B6915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3F3EC-CB26-4D0C-8BFC-FED84A6526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137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3F3EC-CB26-4D0C-8BFC-FED84A6526B3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9625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DACA-E00B-33AC-7E7B-CE41118A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8F2740C-CED5-5AC1-33A4-4A668099F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12EC472-460B-FAE1-31BA-988735601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8511B3-46DC-B04E-C7F8-33E524A3A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3F3EC-CB26-4D0C-8BFC-FED84A6526B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511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BEFCB1-918D-DEAF-AE7E-ED64D8144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9EEA0D-ADEB-8A94-3590-6250BE61E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9E3E80-49DF-76AB-31DD-9D3B5207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6BF616-713A-375E-C3CA-F14DB6FB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8CC21B-16F5-0690-5F13-AB2D6B51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73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D79F62-5074-CE20-DD60-8DAB8A5E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B42937-6BE1-A02C-4896-E63C7D091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F331C5-5D37-F0C3-BD28-C7726A7A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C083B6-A8F3-B8F9-E4F9-63C27BCF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1FA65E-A14F-6619-1EB9-676C2008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06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12360B-53AA-D8A6-B3D5-941A7DF6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3208B8-3ADD-B4AC-48F1-7EA72A440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753FD6-1407-7968-2431-9450416D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9931D0-062F-BA78-3822-7DF377C7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175599-E9BA-2A73-CD80-C4A75610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86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87A14-750C-3643-E50A-976D67E4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18D798-A927-C154-44A7-FD2F0B2B0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5782539-4AE5-E6B2-4556-4D41ED736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A368B5-2D49-34BA-E88C-69ADDAD1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AA88AE-F581-78AD-87E7-C45BCB71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D9F317-717D-F34B-230F-CB36028B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78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83464C-67EB-0AB5-5AB1-90099B62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BA4B16-32EE-1418-147E-2EB6DA798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FB78F9-2347-AB5F-B583-68738C452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0E12FD-87B7-23BB-62CC-BFB18C995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9789A33-5373-5731-CE35-7A49878BA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C3A1896-D6EA-FE94-943B-CE02599D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15AF605-2DB2-992D-01ED-EB2793509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EEB9A95-DC66-5B7B-9227-6C665AC8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31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5690B8-92B4-C2FB-5FEF-7E4D9640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C0ED54F-BE59-9B33-3FD9-4D6F3E0E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C6AD3A-D8A2-ACEB-4850-2C8BE8B1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2B590C-AF75-73B9-DF2B-5812B4C4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42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D56A30E-6A63-3EE8-CD0E-1B269A2D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B9A556-2B29-C768-4AED-A24B205B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1AFA9D-E763-385D-1EF3-445C9318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482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9217E6-CB9D-36DD-A085-93EF0A02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D407AD-ECBD-499D-4AC1-BD799E9A7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623337-5280-C293-02A3-90915D8F4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89990C-72BB-C501-6CBE-C7642DDDD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E37D54-4456-307A-CBDB-2A1D8CDC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674DF0-08DE-F2F6-0EA3-548EF15C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610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A0B31-267A-C229-4A50-F845B5A39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E6F6957-8A6B-04D3-4A72-7F0FE06C57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7306EE-3FA0-A645-EA04-A0A9AC225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DFC83A-456C-B275-598E-975E6550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7249AA-4A45-7CF2-3E41-8DD6FAE8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7BF866-2DFF-4866-E312-17965CE5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35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EEC614-62A8-15C4-D36B-D8C5EE0C4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5BE313-825D-6D10-BF4D-23F5BBA3E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2711DB-032F-4292-05F4-6A7DFDCC6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6F068A-E1A1-8BED-00CA-2C85CB10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3D18E2-C649-B84E-C5D9-00E0F174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63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8B72964-C026-39DC-E499-3FB196C62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E8720E-77DC-8214-5625-0B0AAC162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34F529-0462-80AB-B446-9DBF3BCD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4F0D82-5EF6-EB6F-4EE9-BD5AD721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D62675-45D5-FBAA-E273-78174960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119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264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3ABE3DA-FFF2-B42A-9844-46D2ABF0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59645C-5FDB-A3DE-4452-A96300DB2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B8762-392B-20E4-FE4E-6A7323F1C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151C2B-66C7-9A0B-70F1-9D4E39B5E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78766-72C3-A8AD-6F25-6838D94CD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5888697-008B-7CF5-7C44-A0CFB875FF8F}"/>
              </a:ext>
            </a:extLst>
          </p:cNvPr>
          <p:cNvSpPr/>
          <p:nvPr/>
        </p:nvSpPr>
        <p:spPr>
          <a:xfrm>
            <a:off x="930728" y="587828"/>
            <a:ext cx="10330543" cy="14695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MESURES DE RISQUE SPATIALE ET PROCESSUS MAX STABLE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BE003A2-E7A4-7BD7-339F-96DD57B2B38E}"/>
              </a:ext>
            </a:extLst>
          </p:cNvPr>
          <p:cNvSpPr txBox="1"/>
          <p:nvPr/>
        </p:nvSpPr>
        <p:spPr>
          <a:xfrm>
            <a:off x="3819932" y="3429000"/>
            <a:ext cx="3941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ISUP – MASTER 2 ACTUARIAT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4369230-3A33-CF4C-2A9D-2F83C5917D40}"/>
              </a:ext>
            </a:extLst>
          </p:cNvPr>
          <p:cNvSpPr txBox="1"/>
          <p:nvPr/>
        </p:nvSpPr>
        <p:spPr>
          <a:xfrm>
            <a:off x="2992618" y="2377161"/>
            <a:ext cx="68103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BEYE CHEIKH – KEBE MAMADOU LAMINE</a:t>
            </a:r>
          </a:p>
          <a:p>
            <a:r>
              <a:rPr lang="fr-FR" sz="2800" b="1" dirty="0"/>
              <a:t>KEBE MBAYE – SENE ABDOULAYE </a:t>
            </a:r>
          </a:p>
        </p:txBody>
      </p:sp>
      <p:pic>
        <p:nvPicPr>
          <p:cNvPr id="10" name="Image 9" descr="L'ESILV signe un accord de double diplôme Ingénieur Statisticien ...">
            <a:extLst>
              <a:ext uri="{FF2B5EF4-FFF2-40B4-BE49-F238E27FC236}">
                <a16:creationId xmlns:a16="http://schemas.microsoft.com/office/drawing/2014/main" id="{736C0712-8F47-712F-83DB-92FA041F2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757" y="4811134"/>
            <a:ext cx="2302616" cy="1337687"/>
          </a:xfrm>
          <a:prstGeom prst="rect">
            <a:avLst/>
          </a:prstGeom>
        </p:spPr>
      </p:pic>
      <p:pic>
        <p:nvPicPr>
          <p:cNvPr id="11" name="Image 10" descr="Avis et témoignages sur Sorbonne Université - Capitaine Study">
            <a:extLst>
              <a:ext uri="{FF2B5EF4-FFF2-40B4-BE49-F238E27FC236}">
                <a16:creationId xmlns:a16="http://schemas.microsoft.com/office/drawing/2014/main" id="{BE687DC5-ECA9-6CE1-3DA6-5B48E3F24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4811134"/>
            <a:ext cx="2387697" cy="15554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2BF56E1-2BF0-DBE9-FC81-01C8E74F444D}"/>
              </a:ext>
            </a:extLst>
          </p:cNvPr>
          <p:cNvSpPr txBox="1"/>
          <p:nvPr/>
        </p:nvSpPr>
        <p:spPr>
          <a:xfrm>
            <a:off x="4667038" y="4067071"/>
            <a:ext cx="2333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28 octobre 2026</a:t>
            </a:r>
          </a:p>
        </p:txBody>
      </p:sp>
    </p:spTree>
    <p:extLst>
      <p:ext uri="{BB962C8B-B14F-4D97-AF65-F5344CB8AC3E}">
        <p14:creationId xmlns:p14="http://schemas.microsoft.com/office/powerpoint/2010/main" val="111229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C28E021-D238-606F-8283-384AF4A937D6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CONTEXTE ET MOTIVATION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F642A-5FE3-94C8-02D6-CA935ED03C18}"/>
              </a:ext>
            </a:extLst>
          </p:cNvPr>
          <p:cNvSpPr/>
          <p:nvPr/>
        </p:nvSpPr>
        <p:spPr>
          <a:xfrm>
            <a:off x="620485" y="1665514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Evènement environnementaux extrêmes (canicules, ouragans, inondations…) : </a:t>
            </a:r>
          </a:p>
          <a:p>
            <a:r>
              <a:rPr lang="fr-FR" dirty="0">
                <a:solidFill>
                  <a:schemeClr val="tx1"/>
                </a:solidFill>
              </a:rPr>
              <a:t>des évènements qui touche une étendue géographique, pas un seul point isolé.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4736954-6508-E726-37BA-33030646B0D7}"/>
              </a:ext>
            </a:extLst>
          </p:cNvPr>
          <p:cNvSpPr/>
          <p:nvPr/>
        </p:nvSpPr>
        <p:spPr>
          <a:xfrm>
            <a:off x="620485" y="127466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Aléa climatique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5DF1FF2-4B51-7125-0618-054FCDD73A51}"/>
              </a:ext>
            </a:extLst>
          </p:cNvPr>
          <p:cNvSpPr/>
          <p:nvPr/>
        </p:nvSpPr>
        <p:spPr>
          <a:xfrm>
            <a:off x="620485" y="2896121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Décisions des autorités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09E99E-50FB-149D-B1DA-EC87A093C72C}"/>
              </a:ext>
            </a:extLst>
          </p:cNvPr>
          <p:cNvSpPr/>
          <p:nvPr/>
        </p:nvSpPr>
        <p:spPr>
          <a:xfrm>
            <a:off x="620485" y="3286835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Où est-il raisonnable de construire ?</a:t>
            </a:r>
          </a:p>
          <a:p>
            <a:r>
              <a:rPr lang="fr-FR" dirty="0">
                <a:solidFill>
                  <a:schemeClr val="tx1"/>
                </a:solidFill>
              </a:rPr>
              <a:t>Quelles zones classer à risque ?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4960A2B-1F31-4D99-A990-82A33BDD1BFF}"/>
              </a:ext>
            </a:extLst>
          </p:cNvPr>
          <p:cNvSpPr/>
          <p:nvPr/>
        </p:nvSpPr>
        <p:spPr>
          <a:xfrm>
            <a:off x="620484" y="452897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Portefeuille d’assurance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2E0BBC-94DF-CDA2-A069-72E8064AAD50}"/>
              </a:ext>
            </a:extLst>
          </p:cNvPr>
          <p:cNvSpPr/>
          <p:nvPr/>
        </p:nvSpPr>
        <p:spPr>
          <a:xfrm>
            <a:off x="620484" y="4909458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de la zone géographique de souscription determine directement l’exposition au risque.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33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ECBC-3B52-4B63-541D-D70BC512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519A28-2A6E-A4D7-5863-BB779C0A4588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CONTEXTE ET 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8E4FFE-8178-B87D-53A2-91AA17AE7CC2}"/>
                  </a:ext>
                </a:extLst>
              </p:cNvPr>
              <p:cNvSpPr/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Idée intuitive 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appliquer une mesure de risque Π (variance,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VaR.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..)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chaque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point,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puis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moyenner sur la région A.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𝛱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0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𝛱</m:t>
                          </m:r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Problème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: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le processus de coût est stationnaire 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𝛱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𝛱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d>
                          <m:dPr>
                            <m:ctrlPr>
                              <a:rPr lang="fr-FR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Résultat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: la mesure « spatiale » se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réduit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à la mesure d'un site unique — toute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l'information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dépendance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spatiale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disparaît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8E4FFE-8178-B87D-53A2-91AA17AE7C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blipFill>
                <a:blip r:embed="rId2"/>
                <a:stretch>
                  <a:fillRect l="-590" t="-619" r="-531" b="-26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824B4D3-A8C0-EAB2-2810-BB09BA22E0E3}"/>
              </a:ext>
            </a:extLst>
          </p:cNvPr>
          <p:cNvSpPr/>
          <p:nvPr/>
        </p:nvSpPr>
        <p:spPr>
          <a:xfrm>
            <a:off x="620485" y="127466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Approche naïve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3C4B7B1-B0C0-334C-FA24-768894C2B8FA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Conséquence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535385-4EE7-1721-B96B-00A58CB439A1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Agréger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d’abord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–&gt; 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risque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187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DE0BD-277E-C235-8E50-4FEF658F3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0FCEDA-23EE-6B67-746D-7F7A077DD78B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Processus max-stables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CDD8E8-F38F-3331-88B8-04B31A2D2381}"/>
                  </a:ext>
                </a:extLst>
              </p:cNvPr>
              <p:cNvSpPr/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Définition</a:t>
                </a:r>
                <a:r>
                  <a:rPr lang="en-US" sz="2000" b="1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Un processus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fr-FR" sz="20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fr-FR" sz="2000" b="0" i="1" dirty="0" smtClean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0" i="1" dirty="0" smtClean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fr-FR" sz="20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fr-FR" sz="20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fr-FR" sz="20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fr-FR" sz="20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est max-stable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s’il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existe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des suites de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fonctions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continues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dirty="0" err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dirty="0" err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r-FR" sz="2000" i="1" dirty="0" err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fr-FR" sz="2000" b="1" i="0" dirty="0" err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0" dirty="0" err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fr-FR" sz="2000" b="0" i="0" dirty="0" err="1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fr-FR" sz="2000" b="0" i="0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sz="2000" b="0" dirty="0">
                    <a:solidFill>
                      <a:srgbClr val="1B2430"/>
                    </a:solidFill>
                    <a:latin typeface="Calibri" pitchFamily="34" charset="0"/>
                  </a:rPr>
                  <a:t> </a:t>
                </a:r>
                <a:r>
                  <a:rPr lang="fr-FR" sz="2000" dirty="0">
                    <a:solidFill>
                      <a:srgbClr val="1B2430"/>
                    </a:solidFill>
                    <a:latin typeface="Calibri" pitchFamily="34" charset="0"/>
                  </a:rPr>
                  <a:t>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dirty="0" err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dirty="0" err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fr-FR" sz="2000" i="1" dirty="0" err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fr-FR" sz="2000" b="1" i="0" dirty="0" err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0" dirty="0" err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fr-FR" sz="2000" b="0" dirty="0">
                    <a:solidFill>
                      <a:srgbClr val="1B2430"/>
                    </a:solidFill>
                    <a:latin typeface="Calibri" pitchFamily="34" charset="0"/>
                  </a:rPr>
                  <a:t> telles que, pour des </a:t>
                </a:r>
                <a:r>
                  <a:rPr lang="fr-FR" sz="2000" dirty="0">
                    <a:solidFill>
                      <a:srgbClr val="1B2430"/>
                    </a:solidFill>
                    <a:latin typeface="Calibri" pitchFamily="34" charset="0"/>
                  </a:rPr>
                  <a:t>répliques indépendantes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fr-FR" sz="2000" i="0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000" i="0" dirty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fr-FR" sz="2000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fr-FR" sz="2000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</a:rPr>
                  <a:t> de G,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</a:rPr>
                  <a:t>		</a:t>
                </a:r>
                <a:r>
                  <a:rPr lang="en-US" sz="2800" dirty="0">
                    <a:solidFill>
                      <a:srgbClr val="1B2430"/>
                    </a:solidFill>
                    <a:latin typeface="Calibri" pitchFamily="34" charset="0"/>
                  </a:rPr>
                  <a:t>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800" i="1" dirty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 dirty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⋁"/>
                                    <m:limLoc m:val="undOvr"/>
                                    <m:ctrlPr>
                                      <a:rPr lang="en-US" sz="2800" i="1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800" i="1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800" i="0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800" i="1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2800" i="1" dirty="0">
                                            <a:solidFill>
                                              <a:srgbClr val="1B243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dirty="0">
                                            <a:solidFill>
                                              <a:srgbClr val="1B243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2800" i="1" dirty="0">
                                            <a:solidFill>
                                              <a:srgbClr val="1B243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sz="2800" b="1" i="0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0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</m:d>
                                <m:r>
                                  <a:rPr lang="en-US" sz="2800" b="0" i="0" dirty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800" b="0" i="1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800" b="0" i="1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1" i="0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0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2800" b="0" i="1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800" b="0" i="1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1" i="0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0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800" b="1" i="0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2800" b="0" i="0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800" b="0" i="0" dirty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0" dirty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dirty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sub>
                    </m:sSub>
                    <m:r>
                      <a:rPr lang="en-US" sz="2800" b="0" i="0" dirty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 </m:t>
                    </m:r>
                    <m:limUpp>
                      <m:limUppPr>
                        <m:ctrlPr>
                          <a:rPr lang="en-US" sz="2800" b="0" i="0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sz="2800" b="0" i="0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lim>
                        <m:r>
                          <a:rPr lang="en-US" sz="2800" b="0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lim>
                    </m:limUpp>
                    <m:r>
                      <a:rPr lang="en-US" sz="2800" b="0" i="0" dirty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 </m:t>
                    </m:r>
                    <m:sSub>
                      <m:sSubPr>
                        <m:ctrlPr>
                          <a:rPr lang="en-US" sz="2800" b="0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800" b="0" i="1" dirty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dirty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sz="2800" b="1" i="0" dirty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1" i="0" dirty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sz="2800" b="1" i="0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2800" b="0" i="0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800" b="0" i="0" dirty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0" dirty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dirty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sub>
                    </m:sSub>
                  </m:oMath>
                </a14:m>
                <a:endParaRPr lang="fr-FR" sz="2800" dirty="0">
                  <a:solidFill>
                    <a:srgbClr val="1B2430"/>
                  </a:solidFill>
                  <a:latin typeface="Calibri" pitchFamily="34" charset="0"/>
                </a:endParaRPr>
              </a:p>
              <a:p>
                <a:pPr>
                  <a:spcAft>
                    <a:spcPts val="1600"/>
                  </a:spcAft>
                  <a:buSzPct val="100000"/>
                </a:pPr>
                <a:endParaRPr lang="fr-FR" sz="2800" dirty="0">
                  <a:solidFill>
                    <a:srgbClr val="1B2430"/>
                  </a:solidFill>
                  <a:latin typeface="Calibri" pitchFamily="34" charset="0"/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CDD8E8-F38F-3331-88B8-04B31A2D23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blipFill>
                <a:blip r:embed="rId2"/>
                <a:stretch>
                  <a:fillRect l="-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AC1CD6A-9DE7-8150-5678-BF791EC1DCDC}"/>
              </a:ext>
            </a:extLst>
          </p:cNvPr>
          <p:cNvSpPr/>
          <p:nvPr/>
        </p:nvSpPr>
        <p:spPr>
          <a:xfrm>
            <a:off x="620485" y="127466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et théorème limite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EBEC29F-BD64-EE27-342F-BB7432F3DA9A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Processus simple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C3DEDC4-6BD1-3B16-B103-3DF500BC82D6}"/>
                  </a:ext>
                </a:extLst>
              </p:cNvPr>
              <p:cNvSpPr/>
              <p:nvPr/>
            </p:nvSpPr>
            <p:spPr>
              <a:xfrm>
                <a:off x="620484" y="5214780"/>
                <a:ext cx="10308771" cy="106731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25000"/>
                  </a:lnSpc>
                </a:pPr>
                <a:r>
                  <a:rPr lang="en-US" sz="2000" dirty="0">
                    <a:solidFill>
                      <a:schemeClr val="tx1"/>
                    </a:solidFill>
                  </a:rPr>
                  <a:t>On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appelle</a:t>
                </a:r>
                <a:r>
                  <a:rPr lang="en-US" sz="2000" dirty="0">
                    <a:solidFill>
                      <a:schemeClr val="tx1"/>
                    </a:solidFill>
                  </a:rPr>
                  <a:t> simple un processus mas-stable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dont</a:t>
                </a:r>
                <a:r>
                  <a:rPr lang="en-US" sz="2000" dirty="0">
                    <a:solidFill>
                      <a:schemeClr val="tx1"/>
                    </a:solidFill>
                  </a:rPr>
                  <a:t> les marges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sont</a:t>
                </a:r>
                <a:r>
                  <a:rPr lang="en-US" sz="2000" dirty="0">
                    <a:solidFill>
                      <a:schemeClr val="tx1"/>
                    </a:solidFill>
                  </a:rPr>
                  <a:t> de Fréchet standard, </a:t>
                </a:r>
                <a14:m>
                  <m:oMath xmlns:m="http://schemas.openxmlformats.org/officeDocument/2006/math">
                    <m:r>
                      <a:rPr lang="en-US" sz="2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sz="2000" b="1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sz="2000" b="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000" b="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r>
                          <a:rPr lang="en-US" sz="2000" b="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func>
                    <m:d>
                      <m:dPr>
                        <m:ctrlPr>
                          <a:rPr lang="en-US" sz="2000" b="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C3DEDC4-6BD1-3B16-B103-3DF500BC82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4" y="5214780"/>
                <a:ext cx="10308771" cy="1067319"/>
              </a:xfrm>
              <a:prstGeom prst="rect">
                <a:avLst/>
              </a:prstGeom>
              <a:blipFill>
                <a:blip r:embed="rId3"/>
                <a:stretch>
                  <a:fillRect l="-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2211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5A717-6BFB-3D02-8AE6-60B5F71B9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CD6F06-2D1E-64C3-7BC0-DA22485FFA7B}"/>
              </a:ext>
            </a:extLst>
          </p:cNvPr>
          <p:cNvSpPr/>
          <p:nvPr/>
        </p:nvSpPr>
        <p:spPr>
          <a:xfrm>
            <a:off x="0" y="18493"/>
            <a:ext cx="12192000" cy="70809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Processus max-stables - </a:t>
            </a:r>
            <a:r>
              <a:rPr lang="fr-FR" sz="2400" dirty="0"/>
              <a:t>Représentation spectrale, de Haan 1984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83D98F5F-B7CD-F386-493F-19B11EA09F0C}"/>
              </a:ext>
            </a:extLst>
          </p:cNvPr>
          <p:cNvGrpSpPr/>
          <p:nvPr/>
        </p:nvGrpSpPr>
        <p:grpSpPr>
          <a:xfrm>
            <a:off x="6460444" y="781683"/>
            <a:ext cx="5233891" cy="4246631"/>
            <a:chOff x="6903720" y="1051560"/>
            <a:chExt cx="4800600" cy="5074920"/>
          </a:xfrm>
        </p:grpSpPr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23E18AC6-CC33-D3CD-26F7-EE43B57EB780}"/>
                </a:ext>
              </a:extLst>
            </p:cNvPr>
            <p:cNvSpPr/>
            <p:nvPr/>
          </p:nvSpPr>
          <p:spPr>
            <a:xfrm>
              <a:off x="6903720" y="1051560"/>
              <a:ext cx="4800600" cy="5074920"/>
            </a:xfrm>
            <a:prstGeom prst="roundRect">
              <a:avLst>
                <a:gd name="adj" fmla="val 1143"/>
              </a:avLst>
            </a:prstGeom>
            <a:solidFill>
              <a:srgbClr val="0070C0">
                <a:alpha val="29000"/>
              </a:srgbClr>
            </a:solidFill>
            <a:ln/>
          </p:spPr>
        </p:sp>
        <p:pic>
          <p:nvPicPr>
            <p:cNvPr id="9" name="Image 0" descr="/home/claude/deckfigs/fig1_construction_spectrale_1d.png">
              <a:extLst>
                <a:ext uri="{FF2B5EF4-FFF2-40B4-BE49-F238E27FC236}">
                  <a16:creationId xmlns:a16="http://schemas.microsoft.com/office/drawing/2014/main" id="{D7A3352F-40D1-32EC-D191-4B358F032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7013448" y="1161289"/>
              <a:ext cx="4581144" cy="4352545"/>
            </a:xfrm>
            <a:prstGeom prst="rect">
              <a:avLst/>
            </a:prstGeom>
          </p:spPr>
        </p:pic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E99073D1-90D7-F39D-7861-2E586BAEFC07}"/>
                </a:ext>
              </a:extLst>
            </p:cNvPr>
            <p:cNvSpPr txBox="1"/>
            <p:nvPr/>
          </p:nvSpPr>
          <p:spPr>
            <a:xfrm>
              <a:off x="6903720" y="5641848"/>
              <a:ext cx="48006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i="1" dirty="0">
                  <a:solidFill>
                    <a:srgbClr val="5B6B7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Construction 1D : l'enveloppe = max des tempêtes</a:t>
              </a:r>
              <a:endParaRPr lang="en-US" sz="1100" b="1" dirty="0"/>
            </a:p>
          </p:txBody>
        </p:sp>
      </p:grpSp>
      <p:sp>
        <p:nvSpPr>
          <p:cNvPr id="11" name="ZoneTexte 10">
            <a:extLst>
              <a:ext uri="{FF2B5EF4-FFF2-40B4-BE49-F238E27FC236}">
                <a16:creationId xmlns:a16="http://schemas.microsoft.com/office/drawing/2014/main" id="{7764A963-B8FC-8782-AD38-4A163DE6B9FB}"/>
              </a:ext>
            </a:extLst>
          </p:cNvPr>
          <p:cNvSpPr txBox="1"/>
          <p:nvPr/>
        </p:nvSpPr>
        <p:spPr>
          <a:xfrm>
            <a:off x="240827" y="971581"/>
            <a:ext cx="4466896" cy="380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Comment fabriquer de tels processus?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256E48DC-8CE7-0348-AC66-44A720399E96}"/>
              </a:ext>
            </a:extLst>
          </p:cNvPr>
          <p:cNvGrpSpPr/>
          <p:nvPr/>
        </p:nvGrpSpPr>
        <p:grpSpPr>
          <a:xfrm>
            <a:off x="135347" y="800594"/>
            <a:ext cx="4823460" cy="708091"/>
            <a:chOff x="290769" y="1344603"/>
            <a:chExt cx="4823460" cy="708091"/>
          </a:xfrm>
        </p:grpSpPr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07F5B3EC-2FDA-0385-5BC7-FE6FE6FCAB10}"/>
                </a:ext>
              </a:extLst>
            </p:cNvPr>
            <p:cNvSpPr txBox="1"/>
            <p:nvPr/>
          </p:nvSpPr>
          <p:spPr>
            <a:xfrm>
              <a:off x="313629" y="1344603"/>
              <a:ext cx="4800600" cy="708091"/>
            </a:xfrm>
            <a:prstGeom prst="rect">
              <a:avLst/>
            </a:prstGeom>
            <a:solidFill>
              <a:srgbClr val="0070C0">
                <a:alpha val="30000"/>
              </a:srgbClr>
            </a:solidFill>
          </p:spPr>
          <p:txBody>
            <a:bodyPr wrap="square" rtlCol="0">
              <a:spAutoFit/>
            </a:bodyPr>
            <a:lstStyle/>
            <a:p>
              <a:endParaRPr lang="fr-FR" dirty="0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F83B9E05-250B-B6A0-A5D3-5431FFE0248C}"/>
                </a:ext>
              </a:extLst>
            </p:cNvPr>
            <p:cNvSpPr txBox="1"/>
            <p:nvPr/>
          </p:nvSpPr>
          <p:spPr>
            <a:xfrm>
              <a:off x="290769" y="1344603"/>
              <a:ext cx="45719" cy="708091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endParaRPr lang="fr-FR" dirty="0"/>
            </a:p>
          </p:txBody>
        </p: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F4CB3C29-273C-210E-879B-5D8E53552CC5}"/>
              </a:ext>
            </a:extLst>
          </p:cNvPr>
          <p:cNvGrpSpPr/>
          <p:nvPr/>
        </p:nvGrpSpPr>
        <p:grpSpPr>
          <a:xfrm>
            <a:off x="135347" y="1569475"/>
            <a:ext cx="5928530" cy="3458839"/>
            <a:chOff x="226854" y="2174706"/>
            <a:chExt cx="6291461" cy="4562424"/>
          </a:xfrm>
        </p:grpSpPr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5BA97BD9-705C-2650-ED47-725667DBF7FB}"/>
                </a:ext>
              </a:extLst>
            </p:cNvPr>
            <p:cNvGrpSpPr/>
            <p:nvPr/>
          </p:nvGrpSpPr>
          <p:grpSpPr>
            <a:xfrm>
              <a:off x="226854" y="2819021"/>
              <a:ext cx="6291460" cy="3918109"/>
              <a:chOff x="308515" y="1394397"/>
              <a:chExt cx="4846319" cy="708091"/>
            </a:xfrm>
          </p:grpSpPr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59A9D3EB-A84E-55BB-4D02-4A74349F3BFA}"/>
                  </a:ext>
                </a:extLst>
              </p:cNvPr>
              <p:cNvSpPr txBox="1"/>
              <p:nvPr/>
            </p:nvSpPr>
            <p:spPr>
              <a:xfrm>
                <a:off x="354234" y="1394397"/>
                <a:ext cx="4800600" cy="708091"/>
              </a:xfrm>
              <a:prstGeom prst="rect">
                <a:avLst/>
              </a:prstGeom>
              <a:solidFill>
                <a:srgbClr val="0070C0">
                  <a:alpha val="30000"/>
                </a:srgbClr>
              </a:solidFill>
            </p:spPr>
            <p:txBody>
              <a:bodyPr wrap="square" rtlCol="0">
                <a:spAutoFit/>
              </a:bodyPr>
              <a:lstStyle/>
              <a:p>
                <a:endParaRPr lang="fr-FR" dirty="0"/>
              </a:p>
            </p:txBody>
          </p:sp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364FDFFE-10A4-A4C6-C2D2-AC746A4A5067}"/>
                  </a:ext>
                </a:extLst>
              </p:cNvPr>
              <p:cNvSpPr txBox="1"/>
              <p:nvPr/>
            </p:nvSpPr>
            <p:spPr>
              <a:xfrm>
                <a:off x="308515" y="1394397"/>
                <a:ext cx="45719" cy="708091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endParaRPr lang="fr-FR" dirty="0"/>
              </a:p>
            </p:txBody>
          </p:sp>
        </p:grp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9AA0D110-AAA8-8D32-C0A6-196ADAAEC9A2}"/>
                </a:ext>
              </a:extLst>
            </p:cNvPr>
            <p:cNvSpPr txBox="1"/>
            <p:nvPr/>
          </p:nvSpPr>
          <p:spPr>
            <a:xfrm>
              <a:off x="226854" y="2174706"/>
              <a:ext cx="6291461" cy="644316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endParaRPr lang="fr-FR" dirty="0"/>
            </a:p>
          </p:txBody>
        </p: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713D4626-5AE5-19A6-B0E3-783E6700982B}"/>
              </a:ext>
            </a:extLst>
          </p:cNvPr>
          <p:cNvGrpSpPr/>
          <p:nvPr/>
        </p:nvGrpSpPr>
        <p:grpSpPr>
          <a:xfrm>
            <a:off x="164434" y="1679672"/>
            <a:ext cx="5750442" cy="3150965"/>
            <a:chOff x="345558" y="2319956"/>
            <a:chExt cx="5750442" cy="3150965"/>
          </a:xfrm>
        </p:grpSpPr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4361F2CF-6244-F78A-D4E3-CF605BC3922B}"/>
                </a:ext>
              </a:extLst>
            </p:cNvPr>
            <p:cNvSpPr txBox="1"/>
            <p:nvPr/>
          </p:nvSpPr>
          <p:spPr>
            <a:xfrm>
              <a:off x="462456" y="2319956"/>
              <a:ext cx="5633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FF00"/>
                  </a:solidFill>
                </a:rPr>
                <a:t>Théorème</a:t>
              </a: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E6834DD3-70E1-11FB-B12D-BFA09B8B4B09}"/>
                </a:ext>
              </a:extLst>
            </p:cNvPr>
            <p:cNvSpPr txBox="1"/>
            <p:nvPr/>
          </p:nvSpPr>
          <p:spPr>
            <a:xfrm>
              <a:off x="395934" y="2944378"/>
              <a:ext cx="51745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Tout processus max-stable simple (séparable en probabilité) s’écrit 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ZoneTexte 33">
                  <a:extLst>
                    <a:ext uri="{FF2B5EF4-FFF2-40B4-BE49-F238E27FC236}">
                      <a16:creationId xmlns:a16="http://schemas.microsoft.com/office/drawing/2014/main" id="{BE0FADCD-FF9B-D764-9BB1-2108DA830648}"/>
                    </a:ext>
                  </a:extLst>
                </p:cNvPr>
                <p:cNvSpPr txBox="1"/>
                <p:nvPr/>
              </p:nvSpPr>
              <p:spPr>
                <a:xfrm>
                  <a:off x="481746" y="3524241"/>
                  <a:ext cx="5002924" cy="883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fr-F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fr-FR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 dirty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d>
                                  <m:dPr>
                                    <m:ctrlPr>
                                      <a:rPr lang="fr-FR" b="1" i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1" i="0" dirty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fr-FR" b="1" i="0" dirty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fr-FR" b="0" i="0" dirty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fr-FR" b="0" i="0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0" dirty="0">
                                    <a:latin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 lang="fr-FR" b="0" i="1" dirty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</m:sub>
                        </m:sSub>
                        <m:r>
                          <a:rPr lang="fr-FR" b="0" i="0" dirty="0">
                            <a:latin typeface="Cambria Math" panose="02040503050406030204" pitchFamily="18" charset="0"/>
                          </a:rPr>
                          <m:t> </m:t>
                        </m:r>
                        <m:limUpp>
                          <m:limUppPr>
                            <m:ctrlPr>
                              <a:rPr lang="fr-FR" b="0" i="0" dirty="0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fr-FR" b="0" i="0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lim>
                            <m:r>
                              <a:rPr lang="fr-FR" b="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lim>
                        </m:limUpp>
                        <m:r>
                          <a:rPr lang="fr-FR" b="0" i="0" dirty="0">
                            <a:latin typeface="Cambria Math" panose="02040503050406030204" pitchFamily="18" charset="0"/>
                          </a:rPr>
                          <m:t> </m:t>
                        </m:r>
                        <m:sSub>
                          <m:sSubPr>
                            <m:ctrlPr>
                              <a:rPr lang="fr-FR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fr-FR" b="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⋁"/>
                                    <m:limLoc m:val="undOvr"/>
                                    <m:ctrlPr>
                                      <a:rPr lang="fr-FR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fr-FR" b="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0" dirty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fr-FR" b="0" i="0" dirty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fr-FR" b="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dirty="0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fr-FR" b="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fr-FR" b="0" i="0" dirty="0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lang="fr-FR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dirty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fr-FR" b="1" i="0" dirty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fr-FR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dirty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fr-FR" b="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fr-FR" b="1" i="0" dirty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fr-FR" b="0" i="0" dirty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fr-FR" b="0" i="0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0" dirty="0">
                                    <a:latin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 lang="fr-FR" b="0" i="1" dirty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34" name="ZoneTexte 33">
                  <a:extLst>
                    <a:ext uri="{FF2B5EF4-FFF2-40B4-BE49-F238E27FC236}">
                      <a16:creationId xmlns:a16="http://schemas.microsoft.com/office/drawing/2014/main" id="{BE0FADCD-FF9B-D764-9BB1-2108DA830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746" y="3524241"/>
                  <a:ext cx="5002924" cy="8837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ADDAD345-D4A5-2955-7517-0FA8F2ED1A16}"/>
                    </a:ext>
                  </a:extLst>
                </p:cNvPr>
                <p:cNvSpPr txBox="1"/>
                <p:nvPr/>
              </p:nvSpPr>
              <p:spPr>
                <a:xfrm>
                  <a:off x="345558" y="4504823"/>
                  <a:ext cx="5517931" cy="9660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dirty="0"/>
                    <a:t>ou les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l-PL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l-PL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i="1" dirty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pl-PL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l-PL" i="0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l-PL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l-PL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pl-PL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fr-FR" dirty="0"/>
                    <a:t> sont les points d’un </a:t>
                  </a:r>
                  <a:r>
                    <a:rPr lang="fr-FR" dirty="0" err="1"/>
                    <a:t>precessus</a:t>
                  </a:r>
                  <a:r>
                    <a:rPr lang="fr-FR" dirty="0"/>
                    <a:t> ponctuel de Poisson d’intensité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de-DE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de-DE" i="0" dirty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de-DE" i="0" dirty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de-DE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de-DE" i="1" dirty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de-DE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i="0" dirty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a14:m>
                  <a:r>
                    <a:rPr lang="fr-FR" dirty="0"/>
                    <a:t>, et les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 err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i="1" dirty="0" err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a14:m>
                  <a:r>
                    <a:rPr lang="fr-FR" dirty="0"/>
                    <a:t> vérifiant </a:t>
                  </a:r>
                  <a14:m>
                    <m:oMath xmlns:m="http://schemas.openxmlformats.org/officeDocument/2006/math">
                      <m:nary>
                        <m:naryPr>
                          <m:limLoc m:val="subSup"/>
                          <m:supHide m:val="on"/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b="1" i="0" dirty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fr-F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b="0" i="0" dirty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fr-FR" b="0" i="1" dirty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fr-FR" b="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0" dirty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fr-FR" b="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b="0" i="0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r>
                    <a:rPr lang="fr-FR" dirty="0"/>
                    <a:t> pour tout </a:t>
                  </a:r>
                  <a14:m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fr-FR" dirty="0"/>
                    <a:t> .</a:t>
                  </a:r>
                </a:p>
              </p:txBody>
            </p:sp>
          </mc:Choice>
          <mc:Fallback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ADDAD345-D4A5-2955-7517-0FA8F2ED1A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558" y="4504823"/>
                  <a:ext cx="5517931" cy="966098"/>
                </a:xfrm>
                <a:prstGeom prst="rect">
                  <a:avLst/>
                </a:prstGeom>
                <a:blipFill>
                  <a:blip r:embed="rId4"/>
                  <a:stretch>
                    <a:fillRect l="-994" t="-3165" r="-663" b="-8227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6AB02844-C78E-198E-6DD1-106B258008FB}"/>
              </a:ext>
            </a:extLst>
          </p:cNvPr>
          <p:cNvGrpSpPr/>
          <p:nvPr/>
        </p:nvGrpSpPr>
        <p:grpSpPr>
          <a:xfrm>
            <a:off x="158206" y="5494325"/>
            <a:ext cx="11556810" cy="1291165"/>
            <a:chOff x="290769" y="1344603"/>
            <a:chExt cx="4823460" cy="708092"/>
          </a:xfrm>
        </p:grpSpPr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005BF179-0DF9-3DC8-87C1-C27D7FD6B348}"/>
                </a:ext>
              </a:extLst>
            </p:cNvPr>
            <p:cNvSpPr txBox="1"/>
            <p:nvPr/>
          </p:nvSpPr>
          <p:spPr>
            <a:xfrm>
              <a:off x="313629" y="1344603"/>
              <a:ext cx="4800600" cy="708092"/>
            </a:xfrm>
            <a:prstGeom prst="rect">
              <a:avLst/>
            </a:prstGeom>
            <a:solidFill>
              <a:srgbClr val="0070C0">
                <a:alpha val="31000"/>
              </a:srgbClr>
            </a:solidFill>
          </p:spPr>
          <p:txBody>
            <a:bodyPr wrap="square" rtlCol="0">
              <a:spAutoFit/>
            </a:bodyPr>
            <a:lstStyle/>
            <a:p>
              <a:endParaRPr lang="fr-FR" dirty="0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A93F9CA7-C8C8-564A-DDE1-874B24F39456}"/>
                </a:ext>
              </a:extLst>
            </p:cNvPr>
            <p:cNvSpPr txBox="1"/>
            <p:nvPr/>
          </p:nvSpPr>
          <p:spPr>
            <a:xfrm>
              <a:off x="290769" y="1344603"/>
              <a:ext cx="22493" cy="708091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endParaRPr lang="fr-FR" dirty="0"/>
            </a:p>
          </p:txBody>
        </p:sp>
      </p:grpSp>
      <p:sp>
        <p:nvSpPr>
          <p:cNvPr id="45" name="ZoneTexte 44">
            <a:extLst>
              <a:ext uri="{FF2B5EF4-FFF2-40B4-BE49-F238E27FC236}">
                <a16:creationId xmlns:a16="http://schemas.microsoft.com/office/drawing/2014/main" id="{5BE487CF-3543-02BB-0787-8053D49386FE}"/>
              </a:ext>
            </a:extLst>
          </p:cNvPr>
          <p:cNvSpPr txBox="1"/>
          <p:nvPr/>
        </p:nvSpPr>
        <p:spPr>
          <a:xfrm>
            <a:off x="158206" y="5161465"/>
            <a:ext cx="11557387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FF00"/>
                </a:solidFill>
              </a:rPr>
              <a:t>  Intuition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3A9E56F7-6877-7CD3-7FE6-D01F0FE85858}"/>
                  </a:ext>
                </a:extLst>
              </p:cNvPr>
              <p:cNvSpPr txBox="1"/>
              <p:nvPr/>
            </p:nvSpPr>
            <p:spPr>
              <a:xfrm>
                <a:off x="240827" y="5678241"/>
                <a:ext cx="110901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Chaque terme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 err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fr-F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 err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fr-FR" i="1" dirty="0" err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dirty="0" err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dirty="0"/>
                  <a:t> est une &lt;&lt;tempête&gt;&gt; élémentaire: une bosse d’amplitude aléatoire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 err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dirty="0"/>
                  <a:t>, centrée en une position aléatoire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 err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dirty="0"/>
                  <a:t>, dont la forme décroît avec la distance. Le champ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fr-FR" dirty="0"/>
                  <a:t> est le maximum de toutes ces tempêtes: en chaque point, on ne retient que la plus violente.</a:t>
                </a:r>
              </a:p>
            </p:txBody>
          </p:sp>
        </mc:Choice>
        <mc:Fallback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3A9E56F7-6877-7CD3-7FE6-D01F0FE85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27" y="5678241"/>
                <a:ext cx="11090148" cy="923330"/>
              </a:xfrm>
              <a:prstGeom prst="rect">
                <a:avLst/>
              </a:prstGeom>
              <a:blipFill>
                <a:blip r:embed="rId5"/>
                <a:stretch>
                  <a:fillRect l="-495" t="-2632" b="-986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747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e 45">
            <a:extLst>
              <a:ext uri="{FF2B5EF4-FFF2-40B4-BE49-F238E27FC236}">
                <a16:creationId xmlns:a16="http://schemas.microsoft.com/office/drawing/2014/main" id="{32C03840-E533-B29E-4F52-F04ED999CE2F}"/>
              </a:ext>
            </a:extLst>
          </p:cNvPr>
          <p:cNvGrpSpPr/>
          <p:nvPr/>
        </p:nvGrpSpPr>
        <p:grpSpPr>
          <a:xfrm>
            <a:off x="0" y="935420"/>
            <a:ext cx="9196551" cy="5386552"/>
            <a:chOff x="274320" y="182880"/>
            <a:chExt cx="11612880" cy="6492240"/>
          </a:xfrm>
        </p:grpSpPr>
        <p:graphicFrame>
          <p:nvGraphicFramePr>
            <p:cNvPr id="2" name="Chart 0"/>
            <p:cNvGraphicFramePr/>
            <p:nvPr>
              <p:extLst>
                <p:ext uri="{D42A27DB-BD31-4B8C-83A1-F6EECF244321}">
                  <p14:modId xmlns:p14="http://schemas.microsoft.com/office/powerpoint/2010/main" val="3412178324"/>
                </p:ext>
              </p:extLst>
            </p:nvPr>
          </p:nvGraphicFramePr>
          <p:xfrm>
            <a:off x="274320" y="868680"/>
            <a:ext cx="11612880" cy="58064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3" name="Text 0"/>
            <p:cNvSpPr txBox="1"/>
            <p:nvPr/>
          </p:nvSpPr>
          <p:spPr>
            <a:xfrm>
              <a:off x="274320" y="182880"/>
              <a:ext cx="116128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Construction spectrale : le champ = maximum de tempêtes (modèle de Smith)</a:t>
              </a:r>
              <a:endParaRPr lang="en-US" sz="2400" dirty="0"/>
            </a:p>
          </p:txBody>
        </p:sp>
        <p:sp>
          <p:nvSpPr>
            <p:cNvPr id="6" name="Shape 3"/>
            <p:cNvSpPr/>
            <p:nvPr/>
          </p:nvSpPr>
          <p:spPr>
            <a:xfrm>
              <a:off x="4613473" y="3572822"/>
              <a:ext cx="0" cy="2115203"/>
            </a:xfrm>
            <a:prstGeom prst="line">
              <a:avLst/>
            </a:prstGeom>
            <a:noFill/>
            <a:ln w="19050">
              <a:solidFill>
                <a:srgbClr val="D9730D"/>
              </a:solidFill>
              <a:prstDash val="dash"/>
            </a:ln>
          </p:spPr>
        </p:sp>
        <p:sp>
          <p:nvSpPr>
            <p:cNvPr id="7" name="Shape 4"/>
            <p:cNvSpPr/>
            <p:nvPr/>
          </p:nvSpPr>
          <p:spPr>
            <a:xfrm>
              <a:off x="6295018" y="4858534"/>
              <a:ext cx="0" cy="829491"/>
            </a:xfrm>
            <a:prstGeom prst="line">
              <a:avLst/>
            </a:prstGeom>
            <a:noFill/>
            <a:ln w="19050">
              <a:solidFill>
                <a:srgbClr val="D9730D"/>
              </a:solidFill>
              <a:prstDash val="dash"/>
            </a:ln>
          </p:spPr>
        </p:sp>
        <p:sp>
          <p:nvSpPr>
            <p:cNvPr id="13" name="Shape 10"/>
            <p:cNvSpPr/>
            <p:nvPr/>
          </p:nvSpPr>
          <p:spPr>
            <a:xfrm>
              <a:off x="4531177" y="5605729"/>
              <a:ext cx="164592" cy="146304"/>
            </a:xfrm>
            <a:prstGeom prst="triangle">
              <a:avLst/>
            </a:prstGeom>
            <a:solidFill>
              <a:srgbClr val="D9730D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4"/>
            <p:cNvSpPr/>
            <p:nvPr/>
          </p:nvSpPr>
          <p:spPr>
            <a:xfrm>
              <a:off x="2008859" y="4619381"/>
              <a:ext cx="164592" cy="16459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D9730D"/>
              </a:solidFill>
              <a:prstDash val="solid"/>
            </a:ln>
          </p:spPr>
        </p:sp>
        <p:sp>
          <p:nvSpPr>
            <p:cNvPr id="18" name="Shape 15"/>
            <p:cNvSpPr/>
            <p:nvPr/>
          </p:nvSpPr>
          <p:spPr>
            <a:xfrm>
              <a:off x="3732443" y="4372275"/>
              <a:ext cx="164592" cy="16459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D9730D"/>
              </a:solidFill>
              <a:prstDash val="solid"/>
            </a:ln>
          </p:spPr>
        </p:sp>
        <p:sp>
          <p:nvSpPr>
            <p:cNvPr id="19" name="Shape 16"/>
            <p:cNvSpPr/>
            <p:nvPr/>
          </p:nvSpPr>
          <p:spPr>
            <a:xfrm>
              <a:off x="5666220" y="4962376"/>
              <a:ext cx="164592" cy="16459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D9730D"/>
              </a:solidFill>
              <a:prstDash val="solid"/>
            </a:ln>
          </p:spPr>
        </p:sp>
        <p:sp>
          <p:nvSpPr>
            <p:cNvPr id="20" name="Shape 17"/>
            <p:cNvSpPr/>
            <p:nvPr/>
          </p:nvSpPr>
          <p:spPr>
            <a:xfrm>
              <a:off x="7263687" y="5306780"/>
              <a:ext cx="164592" cy="16459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D9730D"/>
              </a:solidFill>
              <a:prstDash val="solid"/>
            </a:ln>
          </p:spPr>
        </p:sp>
        <p:sp>
          <p:nvSpPr>
            <p:cNvPr id="21" name="Shape 18"/>
            <p:cNvSpPr/>
            <p:nvPr/>
          </p:nvSpPr>
          <p:spPr>
            <a:xfrm>
              <a:off x="8566885" y="5392218"/>
              <a:ext cx="164592" cy="16459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D9730D"/>
              </a:solidFill>
              <a:prstDash val="solid"/>
            </a:ln>
          </p:spPr>
        </p:sp>
        <p:sp>
          <p:nvSpPr>
            <p:cNvPr id="22" name="Shape 19"/>
            <p:cNvSpPr/>
            <p:nvPr/>
          </p:nvSpPr>
          <p:spPr>
            <a:xfrm>
              <a:off x="10038237" y="5464384"/>
              <a:ext cx="164592" cy="16459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D9730D"/>
              </a:solidFill>
              <a:prstDash val="solid"/>
            </a:ln>
          </p:spPr>
        </p:sp>
        <p:sp>
          <p:nvSpPr>
            <p:cNvPr id="23" name="Shape 20"/>
            <p:cNvSpPr/>
            <p:nvPr/>
          </p:nvSpPr>
          <p:spPr>
            <a:xfrm>
              <a:off x="1250383" y="1192182"/>
              <a:ext cx="4846320" cy="914400"/>
            </a:xfrm>
            <a:prstGeom prst="roundRect">
              <a:avLst>
                <a:gd name="adj" fmla="val 12000"/>
              </a:avLst>
            </a:prstGeom>
            <a:solidFill>
              <a:srgbClr val="DCEBF7"/>
            </a:solidFill>
            <a:ln w="19050">
              <a:solidFill>
                <a:srgbClr val="1F4E79"/>
              </a:solidFill>
              <a:prstDash val="solid"/>
            </a:ln>
          </p:spPr>
        </p:sp>
        <p:sp>
          <p:nvSpPr>
            <p:cNvPr id="24" name="Text 21"/>
            <p:cNvSpPr txBox="1"/>
            <p:nvPr/>
          </p:nvSpPr>
          <p:spPr>
            <a:xfrm>
              <a:off x="1250383" y="1192182"/>
              <a:ext cx="4846320" cy="914400"/>
            </a:xfrm>
            <a:prstGeom prst="rect">
              <a:avLst/>
            </a:prstGeom>
            <a:noFill/>
            <a:ln/>
          </p:spPr>
          <p:txBody>
            <a:bodyPr wrap="square" lIns="88900" tIns="88900" rIns="88900" bIns="8890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Modèle de Smith (1990)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i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Z(x) = max</a:t>
              </a:r>
              <a:r>
                <a:rPr lang="en-US" sz="1400" i="1" baseline="-400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</a:t>
              </a:r>
              <a:r>
                <a:rPr lang="en-US" sz="1400" i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U</a:t>
              </a:r>
              <a:r>
                <a:rPr lang="en-US" sz="1400" i="1" baseline="-400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</a:t>
              </a:r>
              <a:r>
                <a:rPr lang="en-US" sz="1400" i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φ(x − S</a:t>
              </a:r>
              <a:r>
                <a:rPr lang="en-US" sz="1400" i="1" baseline="-400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</a:t>
              </a:r>
              <a:r>
                <a:rPr lang="en-US" sz="1400" i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φ : gaussienne, identique pour toutes les tempêtes</a:t>
              </a:r>
              <a:endParaRPr lang="en-US" sz="1400" dirty="0"/>
            </a:p>
          </p:txBody>
        </p:sp>
        <p:sp>
          <p:nvSpPr>
            <p:cNvPr id="25" name="Shape 22"/>
            <p:cNvSpPr/>
            <p:nvPr/>
          </p:nvSpPr>
          <p:spPr>
            <a:xfrm>
              <a:off x="1250383" y="2151583"/>
              <a:ext cx="2011680" cy="685800"/>
            </a:xfrm>
            <a:prstGeom prst="roundRect">
              <a:avLst>
                <a:gd name="adj" fmla="val 16000"/>
              </a:avLst>
            </a:prstGeom>
            <a:solidFill>
              <a:srgbClr val="DCEBF7"/>
            </a:solidFill>
            <a:ln w="19050">
              <a:solidFill>
                <a:srgbClr val="1F4E79"/>
              </a:solidFill>
              <a:prstDash val="solid"/>
            </a:ln>
          </p:spPr>
        </p:sp>
        <p:sp>
          <p:nvSpPr>
            <p:cNvPr id="26" name="Text 23"/>
            <p:cNvSpPr txBox="1"/>
            <p:nvPr/>
          </p:nvSpPr>
          <p:spPr>
            <a:xfrm>
              <a:off x="1250383" y="2151583"/>
              <a:ext cx="2011680" cy="685800"/>
            </a:xfrm>
            <a:prstGeom prst="rect">
              <a:avLst/>
            </a:prstGeom>
            <a:noFill/>
            <a:ln/>
          </p:spPr>
          <p:txBody>
            <a:bodyPr wrap="square" lIns="88900" tIns="88900" rIns="88900" bIns="8890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tempête masquée :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jamais retenue</a:t>
              </a:r>
              <a:endParaRPr lang="en-US" sz="1400" dirty="0"/>
            </a:p>
          </p:txBody>
        </p:sp>
        <p:sp>
          <p:nvSpPr>
            <p:cNvPr id="27" name="Shape 24"/>
            <p:cNvSpPr/>
            <p:nvPr/>
          </p:nvSpPr>
          <p:spPr>
            <a:xfrm>
              <a:off x="1775865" y="2867754"/>
              <a:ext cx="714657" cy="2048844"/>
            </a:xfrm>
            <a:prstGeom prst="line">
              <a:avLst/>
            </a:prstGeom>
            <a:noFill/>
            <a:ln w="28575">
              <a:solidFill>
                <a:srgbClr val="D9730D"/>
              </a:solidFill>
              <a:prstDash val="solid"/>
              <a:tailEnd type="triangle"/>
            </a:ln>
          </p:spPr>
        </p:sp>
        <p:sp>
          <p:nvSpPr>
            <p:cNvPr id="28" name="Shape 25"/>
            <p:cNvSpPr/>
            <p:nvPr/>
          </p:nvSpPr>
          <p:spPr>
            <a:xfrm>
              <a:off x="3615055" y="2151583"/>
              <a:ext cx="3611880" cy="685800"/>
            </a:xfrm>
            <a:prstGeom prst="roundRect">
              <a:avLst>
                <a:gd name="adj" fmla="val 16000"/>
              </a:avLst>
            </a:prstGeom>
            <a:solidFill>
              <a:srgbClr val="DCEBF7"/>
            </a:solidFill>
            <a:ln w="19050">
              <a:solidFill>
                <a:srgbClr val="1F4E79"/>
              </a:solidFill>
              <a:prstDash val="solid"/>
            </a:ln>
          </p:spPr>
        </p:sp>
        <p:sp>
          <p:nvSpPr>
            <p:cNvPr id="29" name="Text 26"/>
            <p:cNvSpPr txBox="1"/>
            <p:nvPr/>
          </p:nvSpPr>
          <p:spPr>
            <a:xfrm>
              <a:off x="3615055" y="2151583"/>
              <a:ext cx="3611880" cy="685800"/>
            </a:xfrm>
            <a:prstGeom prst="rect">
              <a:avLst/>
            </a:prstGeom>
            <a:noFill/>
            <a:ln/>
          </p:spPr>
          <p:txBody>
            <a:bodyPr wrap="square" lIns="88900" tIns="88900" rIns="88900" bIns="8890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changement de tempête dominante :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point anguleux du champ (○)</a:t>
              </a:r>
              <a:endParaRPr lang="en-US" sz="1400" dirty="0"/>
            </a:p>
          </p:txBody>
        </p:sp>
        <p:sp>
          <p:nvSpPr>
            <p:cNvPr id="30" name="Shape 27"/>
            <p:cNvSpPr/>
            <p:nvPr/>
          </p:nvSpPr>
          <p:spPr>
            <a:xfrm flipH="1">
              <a:off x="3814739" y="2851165"/>
              <a:ext cx="52548" cy="1520458"/>
            </a:xfrm>
            <a:prstGeom prst="line">
              <a:avLst/>
            </a:prstGeom>
            <a:noFill/>
            <a:ln w="28575">
              <a:solidFill>
                <a:srgbClr val="D9730D"/>
              </a:solidFill>
              <a:prstDash val="solid"/>
              <a:tailEnd type="triangle"/>
            </a:ln>
          </p:spPr>
        </p:sp>
        <p:sp>
          <p:nvSpPr>
            <p:cNvPr id="31" name="Shape 28"/>
            <p:cNvSpPr/>
            <p:nvPr/>
          </p:nvSpPr>
          <p:spPr>
            <a:xfrm>
              <a:off x="7345983" y="2151583"/>
              <a:ext cx="3108960" cy="685800"/>
            </a:xfrm>
            <a:prstGeom prst="roundRect">
              <a:avLst>
                <a:gd name="adj" fmla="val 16000"/>
              </a:avLst>
            </a:prstGeom>
            <a:solidFill>
              <a:srgbClr val="1F4E79"/>
            </a:solidFill>
            <a:ln w="19050">
              <a:solidFill>
                <a:srgbClr val="1F4E79"/>
              </a:solidFill>
              <a:prstDash val="solid"/>
            </a:ln>
          </p:spPr>
        </p:sp>
        <p:sp>
          <p:nvSpPr>
            <p:cNvPr id="32" name="Text 29"/>
            <p:cNvSpPr txBox="1"/>
            <p:nvPr/>
          </p:nvSpPr>
          <p:spPr>
            <a:xfrm>
              <a:off x="7345983" y="2151583"/>
              <a:ext cx="3108960" cy="685800"/>
            </a:xfrm>
            <a:prstGeom prst="rect">
              <a:avLst/>
            </a:prstGeom>
            <a:noFill/>
            <a:ln/>
          </p:spPr>
          <p:txBody>
            <a:bodyPr wrap="square" lIns="88900" tIns="88900" rIns="88900" bIns="8890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 chaque point, on ne retient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que la tempête la plus violente</a:t>
              </a:r>
              <a:endParaRPr lang="en-US" sz="1400" dirty="0"/>
            </a:p>
          </p:txBody>
        </p:sp>
        <p:sp>
          <p:nvSpPr>
            <p:cNvPr id="33" name="Shape 30"/>
            <p:cNvSpPr/>
            <p:nvPr/>
          </p:nvSpPr>
          <p:spPr>
            <a:xfrm>
              <a:off x="9658108" y="2867754"/>
              <a:ext cx="1334726" cy="1338384"/>
            </a:xfrm>
            <a:prstGeom prst="line">
              <a:avLst/>
            </a:prstGeom>
            <a:noFill/>
            <a:ln w="28575">
              <a:solidFill>
                <a:srgbClr val="D9730D"/>
              </a:solidFill>
              <a:prstDash val="solid"/>
              <a:tailEnd type="triangle"/>
            </a:ln>
          </p:spPr>
        </p:sp>
        <p:sp>
          <p:nvSpPr>
            <p:cNvPr id="34" name="Shape 31"/>
            <p:cNvSpPr/>
            <p:nvPr/>
          </p:nvSpPr>
          <p:spPr>
            <a:xfrm flipV="1">
              <a:off x="4518886" y="3572822"/>
              <a:ext cx="0" cy="2098613"/>
            </a:xfrm>
            <a:prstGeom prst="line">
              <a:avLst/>
            </a:prstGeom>
            <a:noFill/>
            <a:ln w="28575">
              <a:solidFill>
                <a:srgbClr val="D9730D"/>
              </a:solidFill>
              <a:prstDash val="solid"/>
              <a:headEnd type="triangle"/>
              <a:tailEnd type="triangle"/>
            </a:ln>
          </p:spPr>
        </p:sp>
        <p:sp>
          <p:nvSpPr>
            <p:cNvPr id="35" name="Shape 32"/>
            <p:cNvSpPr/>
            <p:nvPr/>
          </p:nvSpPr>
          <p:spPr>
            <a:xfrm>
              <a:off x="5979728" y="2898125"/>
              <a:ext cx="2743200" cy="685800"/>
            </a:xfrm>
            <a:prstGeom prst="roundRect">
              <a:avLst>
                <a:gd name="adj" fmla="val 16000"/>
              </a:avLst>
            </a:prstGeom>
            <a:solidFill>
              <a:srgbClr val="DCEBF7"/>
            </a:solidFill>
            <a:ln w="19050">
              <a:solidFill>
                <a:srgbClr val="1F4E79"/>
              </a:solidFill>
              <a:prstDash val="solid"/>
            </a:ln>
          </p:spPr>
        </p:sp>
        <p:sp>
          <p:nvSpPr>
            <p:cNvPr id="36" name="Text 33"/>
            <p:cNvSpPr txBox="1"/>
            <p:nvPr/>
          </p:nvSpPr>
          <p:spPr>
            <a:xfrm>
              <a:off x="5979728" y="2898125"/>
              <a:ext cx="2743200" cy="685800"/>
            </a:xfrm>
            <a:prstGeom prst="rect">
              <a:avLst/>
            </a:prstGeom>
            <a:noFill/>
            <a:ln/>
          </p:spPr>
          <p:txBody>
            <a:bodyPr wrap="square" lIns="88900" tIns="88900" rIns="88900" bIns="8890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amplitude aléatoire </a:t>
              </a:r>
              <a:r>
                <a:rPr lang="en-US" sz="1400" i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</a:t>
              </a:r>
              <a:r>
                <a:rPr lang="en-US" sz="1400" i="1" baseline="-400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position aléatoire </a:t>
              </a:r>
              <a:r>
                <a:rPr lang="en-US" sz="1400" i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</a:t>
              </a:r>
              <a:r>
                <a:rPr lang="en-US" sz="1400" i="1" baseline="-400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</a:t>
              </a:r>
              <a:r>
                <a:rPr lang="en-US" sz="14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(▲)</a:t>
              </a:r>
              <a:endParaRPr lang="en-US" sz="1400" dirty="0"/>
            </a:p>
          </p:txBody>
        </p:sp>
        <p:sp>
          <p:nvSpPr>
            <p:cNvPr id="37" name="Shape 34"/>
            <p:cNvSpPr/>
            <p:nvPr/>
          </p:nvSpPr>
          <p:spPr>
            <a:xfrm flipH="1">
              <a:off x="4550415" y="3323975"/>
              <a:ext cx="1429313" cy="414746"/>
            </a:xfrm>
            <a:prstGeom prst="line">
              <a:avLst/>
            </a:prstGeom>
            <a:noFill/>
            <a:ln w="28575">
              <a:solidFill>
                <a:srgbClr val="D9730D"/>
              </a:solidFill>
              <a:prstDash val="solid"/>
              <a:tailEnd type="triangle"/>
            </a:ln>
          </p:spPr>
        </p:sp>
        <p:sp>
          <p:nvSpPr>
            <p:cNvPr id="38" name="Shape 35"/>
            <p:cNvSpPr/>
            <p:nvPr/>
          </p:nvSpPr>
          <p:spPr>
            <a:xfrm>
              <a:off x="6820500" y="3810566"/>
              <a:ext cx="3703320" cy="685800"/>
            </a:xfrm>
            <a:prstGeom prst="roundRect">
              <a:avLst>
                <a:gd name="adj" fmla="val 16000"/>
              </a:avLst>
            </a:prstGeom>
            <a:solidFill>
              <a:srgbClr val="DCEBF7"/>
            </a:solidFill>
            <a:ln w="19050">
              <a:solidFill>
                <a:srgbClr val="1F4E79"/>
              </a:solidFill>
              <a:prstDash val="solid"/>
            </a:ln>
          </p:spPr>
        </p:sp>
        <p:sp>
          <p:nvSpPr>
            <p:cNvPr id="39" name="Text 36"/>
            <p:cNvSpPr txBox="1"/>
            <p:nvPr/>
          </p:nvSpPr>
          <p:spPr>
            <a:xfrm>
              <a:off x="6820500" y="3810566"/>
              <a:ext cx="3703320" cy="685800"/>
            </a:xfrm>
            <a:prstGeom prst="rect">
              <a:avLst/>
            </a:prstGeom>
            <a:noFill/>
            <a:ln/>
          </p:spPr>
          <p:txBody>
            <a:bodyPr wrap="square" lIns="88900" tIns="88900" rIns="88900" bIns="8890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(U</a:t>
              </a:r>
              <a:r>
                <a:rPr lang="en-US" sz="1400" baseline="-400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</a:t>
              </a:r>
              <a:r>
                <a:rPr lang="en-US" sz="14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S</a:t>
              </a:r>
              <a:r>
                <a:rPr lang="en-US" sz="1400" baseline="-400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</a:t>
              </a:r>
              <a:r>
                <a:rPr lang="en-US" sz="14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</a:t>
              </a:r>
              <a:r>
                <a:rPr lang="en-US" sz="1400" baseline="-400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</a:t>
              </a:r>
              <a:r>
                <a:rPr lang="en-US" sz="14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: points d’un processus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 Poisson d’intensité u</a:t>
              </a:r>
              <a:r>
                <a:rPr lang="en-US" sz="1400" baseline="300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−2</a:t>
              </a:r>
              <a:r>
                <a:rPr lang="en-US" sz="1400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du × ds</a:t>
              </a:r>
              <a:endParaRPr lang="en-US" sz="1400" dirty="0"/>
            </a:p>
          </p:txBody>
        </p:sp>
        <p:sp>
          <p:nvSpPr>
            <p:cNvPr id="40" name="Shape 37"/>
            <p:cNvSpPr/>
            <p:nvPr/>
          </p:nvSpPr>
          <p:spPr>
            <a:xfrm flipH="1">
              <a:off x="6326547" y="4443788"/>
              <a:ext cx="336309" cy="381566"/>
            </a:xfrm>
            <a:prstGeom prst="line">
              <a:avLst/>
            </a:prstGeom>
            <a:noFill/>
            <a:ln w="28575">
              <a:solidFill>
                <a:srgbClr val="D9730D"/>
              </a:solidFill>
              <a:prstDash val="solid"/>
              <a:tailEnd type="triangle"/>
            </a:ln>
          </p:spPr>
        </p:sp>
        <p:sp>
          <p:nvSpPr>
            <p:cNvPr id="41" name="Shape 38"/>
            <p:cNvSpPr/>
            <p:nvPr/>
          </p:nvSpPr>
          <p:spPr>
            <a:xfrm>
              <a:off x="8229600" y="1051560"/>
              <a:ext cx="3520440" cy="777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FD8E0"/>
              </a:solidFill>
              <a:prstDash val="solid"/>
            </a:ln>
          </p:spPr>
        </p:sp>
        <p:sp>
          <p:nvSpPr>
            <p:cNvPr id="42" name="Shape 39"/>
            <p:cNvSpPr/>
            <p:nvPr/>
          </p:nvSpPr>
          <p:spPr>
            <a:xfrm>
              <a:off x="8366760" y="1252728"/>
              <a:ext cx="457200" cy="0"/>
            </a:xfrm>
            <a:prstGeom prst="line">
              <a:avLst/>
            </a:prstGeom>
            <a:noFill/>
            <a:ln w="57150">
              <a:solidFill>
                <a:srgbClr val="1F4E79"/>
              </a:solidFill>
              <a:prstDash val="solid"/>
            </a:ln>
          </p:spPr>
        </p:sp>
        <p:sp>
          <p:nvSpPr>
            <p:cNvPr id="43" name="Text 40"/>
            <p:cNvSpPr txBox="1"/>
            <p:nvPr/>
          </p:nvSpPr>
          <p:spPr>
            <a:xfrm>
              <a:off x="8961120" y="1106424"/>
              <a:ext cx="2743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champ </a:t>
              </a:r>
              <a:r>
                <a:rPr lang="en-US" sz="1300" i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Z(x) = </a:t>
              </a:r>
              <a:r>
                <a:rPr lang="en-US" sz="1300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max des tempêtes</a:t>
              </a:r>
              <a:endParaRPr lang="en-US" sz="1300" dirty="0"/>
            </a:p>
          </p:txBody>
        </p:sp>
        <p:sp>
          <p:nvSpPr>
            <p:cNvPr id="44" name="Shape 41"/>
            <p:cNvSpPr/>
            <p:nvPr/>
          </p:nvSpPr>
          <p:spPr>
            <a:xfrm>
              <a:off x="8366760" y="1627632"/>
              <a:ext cx="457200" cy="0"/>
            </a:xfrm>
            <a:prstGeom prst="line">
              <a:avLst/>
            </a:prstGeom>
            <a:noFill/>
            <a:ln w="19050">
              <a:solidFill>
                <a:srgbClr val="A9C6E0"/>
              </a:solidFill>
              <a:prstDash val="solid"/>
            </a:ln>
          </p:spPr>
        </p:sp>
        <p:sp>
          <p:nvSpPr>
            <p:cNvPr id="45" name="Text 42"/>
            <p:cNvSpPr txBox="1"/>
            <p:nvPr/>
          </p:nvSpPr>
          <p:spPr>
            <a:xfrm>
              <a:off x="8961120" y="1481328"/>
              <a:ext cx="2743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tempêtes élémentaires </a:t>
              </a:r>
              <a:r>
                <a:rPr lang="en-US" sz="1300" i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</a:t>
              </a:r>
              <a:r>
                <a:rPr lang="en-US" sz="1300" i="1" baseline="-40000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</a:t>
              </a:r>
              <a:r>
                <a:rPr lang="en-US" sz="1300" i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φ(x − S</a:t>
              </a:r>
              <a:r>
                <a:rPr lang="en-US" sz="1300" i="1" baseline="-40000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</a:t>
              </a:r>
              <a:r>
                <a:rPr lang="en-US" sz="1300" i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</a:t>
              </a:r>
              <a:endParaRPr lang="en-US" sz="1300" dirty="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D907101C-2CA8-A17D-F652-586ED61B84BC}"/>
              </a:ext>
            </a:extLst>
          </p:cNvPr>
          <p:cNvSpPr/>
          <p:nvPr/>
        </p:nvSpPr>
        <p:spPr>
          <a:xfrm>
            <a:off x="0" y="18493"/>
            <a:ext cx="12192000" cy="70809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Processus max-stables – </a:t>
            </a:r>
            <a:r>
              <a:rPr lang="fr-FR" sz="2400" dirty="0"/>
              <a:t>le modèle de Smith</a:t>
            </a:r>
          </a:p>
        </p:txBody>
      </p: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9269FF0E-EA0D-D92E-463A-F82C20D3C3AB}"/>
              </a:ext>
            </a:extLst>
          </p:cNvPr>
          <p:cNvGrpSpPr/>
          <p:nvPr/>
        </p:nvGrpSpPr>
        <p:grpSpPr>
          <a:xfrm>
            <a:off x="167787" y="6113164"/>
            <a:ext cx="11770889" cy="686627"/>
            <a:chOff x="-17430971" y="4192962"/>
            <a:chExt cx="19292263" cy="249538"/>
          </a:xfrm>
        </p:grpSpPr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B9D73737-4A93-7046-479E-33BC066F7521}"/>
                </a:ext>
              </a:extLst>
            </p:cNvPr>
            <p:cNvSpPr txBox="1"/>
            <p:nvPr/>
          </p:nvSpPr>
          <p:spPr>
            <a:xfrm>
              <a:off x="-17343245" y="4192962"/>
              <a:ext cx="19204537" cy="249538"/>
            </a:xfrm>
            <a:prstGeom prst="rect">
              <a:avLst/>
            </a:prstGeom>
            <a:solidFill>
              <a:srgbClr val="0070C0">
                <a:alpha val="30000"/>
              </a:srgbClr>
            </a:solidFill>
          </p:spPr>
          <p:txBody>
            <a:bodyPr wrap="square" rtlCol="0">
              <a:spAutoFit/>
            </a:bodyPr>
            <a:lstStyle/>
            <a:p>
              <a:endParaRPr lang="fr-FR" dirty="0"/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B9691AC6-7050-11B9-1FA6-01D15D852183}"/>
                </a:ext>
              </a:extLst>
            </p:cNvPr>
            <p:cNvSpPr txBox="1"/>
            <p:nvPr/>
          </p:nvSpPr>
          <p:spPr>
            <a:xfrm flipH="1">
              <a:off x="-17430971" y="4192962"/>
              <a:ext cx="87724" cy="249538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endParaRPr lang="fr-FR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1459ADD0-514D-5519-C417-F37D6334069A}"/>
                  </a:ext>
                </a:extLst>
              </p:cNvPr>
              <p:cNvSpPr txBox="1"/>
              <p:nvPr/>
            </p:nvSpPr>
            <p:spPr>
              <a:xfrm>
                <a:off x="190646" y="6210329"/>
                <a:ext cx="115573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Selon la forme choisit pour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err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 err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i="1" dirty="0" err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on obtient différents modèles (Schlater, Brown Resnick, </a:t>
                </a:r>
                <a:r>
                  <a:rPr lang="fr-FR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Tube,etc</a:t>
                </a:r>
                <a:r>
                  <a:rPr lang="fr-F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 Nous avons choisit Smith</a:t>
                </a:r>
              </a:p>
            </p:txBody>
          </p:sp>
        </mc:Choice>
        <mc:Fallback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1459ADD0-514D-5519-C417-F37D63340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46" y="6210329"/>
                <a:ext cx="11557386" cy="646331"/>
              </a:xfrm>
              <a:prstGeom prst="rect">
                <a:avLst/>
              </a:prstGeom>
              <a:blipFill>
                <a:blip r:embed="rId4"/>
                <a:stretch>
                  <a:fillRect l="-422" t="-4717" b="-1509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4AD1-EED4-A8A8-4A53-E76CF213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83BAFA-FBC1-E48D-6F24-82C88BBB20CA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MESURE DE RISQUE SPATIAL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4B2840F-E2BE-E9D3-0A7D-AD9C9FACF78D}"/>
                  </a:ext>
                </a:extLst>
              </p:cNvPr>
              <p:cNvSpPr/>
              <p:nvPr/>
            </p:nvSpPr>
            <p:spPr>
              <a:xfrm>
                <a:off x="609598" y="1448839"/>
                <a:ext cx="10308771" cy="14695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</a:rPr>
                  <a:t>Soit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A</a:t>
                </a:r>
                <a:r>
                  <a:rPr lang="fr-FR" sz="2000" dirty="0">
                    <a:solidFill>
                      <a:schemeClr val="tx1"/>
                    </a:solidFill>
                  </a:rPr>
                  <a:t> la région,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P</a:t>
                </a:r>
                <a:r>
                  <a:rPr lang="fr-FR" sz="2000" dirty="0">
                    <a:solidFill>
                      <a:schemeClr val="tx1"/>
                    </a:solidFill>
                  </a:rPr>
                  <a:t> distribution du coup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𝑪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fr-FR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La perte agrégée normalisée est définie par : </a:t>
                </a:r>
                <a:r>
                  <a:rPr lang="en-US" sz="2000" b="1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Lₙ(A,P)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fPr>
                      <m:num>
                        <m:r>
                          <a:rPr lang="fr-FR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𝟏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dPr>
                          <m:e>
                            <m: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𝑨</m:t>
                            </m:r>
                          </m:e>
                        </m:d>
                      </m:den>
                    </m:f>
                  </m:oMath>
                </a14:m>
                <a:r>
                  <a:rPr lang="fr-FR" sz="2000" b="1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grow m:val="on"/>
                        <m:supHide m:val="on"/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naryPr>
                      <m:sub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𝑨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sSub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𝑷</m:t>
                            </m:r>
                          </m:sub>
                        </m:sSub>
                        <m:d>
                          <m:dPr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d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𝒙</m:t>
                            </m:r>
                          </m:e>
                        </m:d>
                        <m:r>
                          <a:rPr lang="en-US" sz="20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ⅆ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𝒙</m:t>
                        </m:r>
                      </m:e>
                    </m:nary>
                  </m:oMath>
                </a14:m>
                <a:endParaRPr lang="en-US" sz="2000" b="1" dirty="0">
                  <a:solidFill>
                    <a:srgbClr val="5B6B78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4B2840F-E2BE-E9D3-0A7D-AD9C9FACF7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1448839"/>
                <a:ext cx="10308771" cy="1469573"/>
              </a:xfrm>
              <a:prstGeom prst="rect">
                <a:avLst/>
              </a:prstGeom>
              <a:blipFill>
                <a:blip r:embed="rId3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9ADA16F-C3B6-C3D2-70CD-5A5D803F6E9C}"/>
              </a:ext>
            </a:extLst>
          </p:cNvPr>
          <p:cNvSpPr/>
          <p:nvPr/>
        </p:nvSpPr>
        <p:spPr>
          <a:xfrm>
            <a:off x="609598" y="1068359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1 : Perte agrégée normalisée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7BA26A1-A9D6-238E-6ED9-98BEE49E345D}"/>
              </a:ext>
            </a:extLst>
          </p:cNvPr>
          <p:cNvSpPr/>
          <p:nvPr/>
        </p:nvSpPr>
        <p:spPr>
          <a:xfrm>
            <a:off x="609598" y="3134567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2 : Mesure de risque spatial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84062B-A33A-5D67-1BE4-60B3DF392E8D}"/>
                  </a:ext>
                </a:extLst>
              </p:cNvPr>
              <p:cNvSpPr/>
              <p:nvPr/>
            </p:nvSpPr>
            <p:spPr>
              <a:xfrm>
                <a:off x="609598" y="3525413"/>
                <a:ext cx="10308771" cy="193817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</a:rPr>
                  <a:t>Soit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A</a:t>
                </a:r>
                <a:r>
                  <a:rPr lang="fr-FR" sz="2000" dirty="0">
                    <a:solidFill>
                      <a:schemeClr val="tx1"/>
                    </a:solidFill>
                  </a:rPr>
                  <a:t> la région,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P</a:t>
                </a:r>
                <a:r>
                  <a:rPr lang="fr-FR" sz="2000" dirty="0">
                    <a:solidFill>
                      <a:schemeClr val="tx1"/>
                    </a:solidFill>
                  </a:rPr>
                  <a:t> distribution du coup Cp.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</a:rPr>
                  <a:t>La mesure de risque spatial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sz="2000" b="1" dirty="0">
                    <a:solidFill>
                      <a:schemeClr val="tx1"/>
                    </a:solidFill>
                  </a:rPr>
                  <a:t> </a:t>
                </a:r>
                <a:r>
                  <a:rPr lang="fr-FR" sz="2000" dirty="0">
                    <a:solidFill>
                      <a:schemeClr val="tx1"/>
                    </a:solidFill>
                  </a:rPr>
                  <a:t>est donnée par :  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fr-FR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fr-F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𝜫</m:t>
                      </m:r>
                      <m:d>
                        <m:dPr>
                          <m:ctrlPr>
                            <a:rPr lang="fr-FR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fr-FR" sz="20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84062B-A33A-5D67-1BE4-60B3DF392E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3525413"/>
                <a:ext cx="10308771" cy="1938177"/>
              </a:xfrm>
              <a:prstGeom prst="rect">
                <a:avLst/>
              </a:prstGeom>
              <a:blipFill>
                <a:blip r:embed="rId4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>
            <a:extLst>
              <a:ext uri="{FF2B5EF4-FFF2-40B4-BE49-F238E27FC236}">
                <a16:creationId xmlns:a16="http://schemas.microsoft.com/office/drawing/2014/main" id="{853FD590-48C0-ECB8-7686-3F7C07A77034}"/>
              </a:ext>
            </a:extLst>
          </p:cNvPr>
          <p:cNvSpPr txBox="1"/>
          <p:nvPr/>
        </p:nvSpPr>
        <p:spPr>
          <a:xfrm>
            <a:off x="609598" y="5593698"/>
            <a:ext cx="11573618" cy="11798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par |A|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donne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perte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« par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unité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surface » (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interprétable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comme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perte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par police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d'assurance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l'espérance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la variance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Lₙ(A,P)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capturent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spatiale de Cₚ.</a:t>
            </a:r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2944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B9F5F-F41F-3E5B-3367-65838A222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39110-6803-B194-B22F-A79BA9634C43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MESURE DE RISQUE SPATIAL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47EDF-0B3F-E76C-82D1-1C482CF075FF}"/>
              </a:ext>
            </a:extLst>
          </p:cNvPr>
          <p:cNvSpPr/>
          <p:nvPr/>
        </p:nvSpPr>
        <p:spPr>
          <a:xfrm>
            <a:off x="609598" y="1448839"/>
            <a:ext cx="10308771" cy="4941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600"/>
              </a:spcAft>
              <a:buSzPct val="100000"/>
            </a:pPr>
            <a:endParaRPr lang="en-US" sz="2000" b="1" dirty="0">
              <a:solidFill>
                <a:srgbClr val="5B6B78"/>
              </a:solidFill>
              <a:latin typeface="Cambria Math" pitchFamily="34" charset="0"/>
              <a:ea typeface="Cambria Math" pitchFamily="34" charset="-122"/>
              <a:cs typeface="Cambria Math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B7CA52EB-4FC0-CF23-6129-563E8C33C0AC}"/>
                  </a:ext>
                </a:extLst>
              </p:cNvPr>
              <p:cNvSpPr/>
              <p:nvPr/>
            </p:nvSpPr>
            <p:spPr>
              <a:xfrm>
                <a:off x="609598" y="1068359"/>
                <a:ext cx="10308771" cy="38048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2400" dirty="0"/>
                  <a:t>Trois axiomes pour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sz="2400" dirty="0"/>
                  <a:t>(.,P):</a:t>
                </a:r>
              </a:p>
            </p:txBody>
          </p:sp>
        </mc:Choice>
        <mc:Fallback xmlns=""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B7CA52EB-4FC0-CF23-6129-563E8C33C0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1068359"/>
                <a:ext cx="10308771" cy="380480"/>
              </a:xfrm>
              <a:prstGeom prst="roundRect">
                <a:avLst/>
              </a:prstGeom>
              <a:blipFill>
                <a:blip r:embed="rId3"/>
                <a:stretch>
                  <a:fillRect l="-649" t="-19697" b="-409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6292000-D8D4-E90B-0654-2F92FD0862A2}"/>
              </a:ext>
            </a:extLst>
          </p:cNvPr>
          <p:cNvSpPr/>
          <p:nvPr/>
        </p:nvSpPr>
        <p:spPr>
          <a:xfrm>
            <a:off x="849086" y="1741728"/>
            <a:ext cx="8697682" cy="3685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Invariance par translation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CB336-C455-D70C-A00D-C7C0CE1F84A0}"/>
                  </a:ext>
                </a:extLst>
              </p:cNvPr>
              <p:cNvSpPr/>
              <p:nvPr/>
            </p:nvSpPr>
            <p:spPr>
              <a:xfrm>
                <a:off x="849087" y="2110275"/>
                <a:ext cx="8697682" cy="7293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dirty="0">
                    <a:solidFill>
                      <a:schemeClr val="tx1"/>
                    </a:solidFill>
                  </a:rPr>
                  <a:t>Soit </a:t>
                </a:r>
                <a14:m>
                  <m:oMath xmlns:m="http://schemas.openxmlformats.org/officeDocument/2006/math">
                    <m:r>
                      <a:rPr lang="fr-F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fr-F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fr-FR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(A+ </a:t>
                </a:r>
                <a14:m>
                  <m:oMath xmlns:m="http://schemas.openxmlformats.org/officeDocument/2006/math">
                    <m:r>
                      <a:rPr lang="fr-F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,P)=</a:t>
                </a:r>
                <a:r>
                  <a:rPr lang="fr-FR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(A,P).</a:t>
                </a:r>
              </a:p>
              <a:p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Déplacer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 région ne change pas le risque.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CB336-C455-D70C-A00D-C7C0CE1F8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7" y="2110275"/>
                <a:ext cx="8697682" cy="729340"/>
              </a:xfrm>
              <a:prstGeom prst="rect">
                <a:avLst/>
              </a:prstGeom>
              <a:blipFill>
                <a:blip r:embed="rId4"/>
                <a:stretch>
                  <a:fillRect l="-490" b="-48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9D545FC-71F5-6EE2-6C4E-C091610AAD19}"/>
              </a:ext>
            </a:extLst>
          </p:cNvPr>
          <p:cNvSpPr/>
          <p:nvPr/>
        </p:nvSpPr>
        <p:spPr>
          <a:xfrm>
            <a:off x="849085" y="3057851"/>
            <a:ext cx="8697684" cy="3685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Sous-additivité spatiale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B38C6E2-B2CD-DCDF-EB4F-3E1B40E2DD32}"/>
                  </a:ext>
                </a:extLst>
              </p:cNvPr>
              <p:cNvSpPr/>
              <p:nvPr/>
            </p:nvSpPr>
            <p:spPr>
              <a:xfrm>
                <a:off x="849084" y="3438332"/>
                <a:ext cx="8697685" cy="115440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(A₁∪A₂,P) ≤ min{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(A₁,P),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(A₂,P)}.</a:t>
                </a: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Diversification</a:t>
                </a:r>
                <a:r>
                  <a:rPr lang="en-US" dirty="0">
                    <a:solidFill>
                      <a:srgbClr val="5B6B7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réunir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deux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régions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ne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peut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qu'améliorer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ou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maintenir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 le risque.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B38C6E2-B2CD-DCDF-EB4F-3E1B40E2DD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4" y="3438332"/>
                <a:ext cx="8697685" cy="1154404"/>
              </a:xfrm>
              <a:prstGeom prst="rect">
                <a:avLst/>
              </a:prstGeom>
              <a:blipFill>
                <a:blip r:embed="rId5"/>
                <a:stretch>
                  <a:fillRect l="-4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6720D0D-4DFE-B744-AC50-CC3FC6A22B7B}"/>
              </a:ext>
            </a:extLst>
          </p:cNvPr>
          <p:cNvSpPr/>
          <p:nvPr/>
        </p:nvSpPr>
        <p:spPr>
          <a:xfrm>
            <a:off x="849084" y="4782976"/>
            <a:ext cx="8697686" cy="38048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</a:pPr>
            <a:r>
              <a:rPr lang="en-US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Homogénéité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asymptotique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d'ordre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−α</a:t>
            </a: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01CE6F3-FCC5-6BE1-F3C1-CA0B64C464B2}"/>
                  </a:ext>
                </a:extLst>
              </p:cNvPr>
              <p:cNvSpPr/>
              <p:nvPr/>
            </p:nvSpPr>
            <p:spPr>
              <a:xfrm>
                <a:off x="849085" y="5179518"/>
                <a:ext cx="8697686" cy="91958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A,P)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den>
                    </m:f>
                    <m: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fr-F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fr-F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lorsque</m:t>
                    </m:r>
                    <m:r>
                      <a:rPr lang="fr-F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lnSpc>
                    <a:spcPct val="115000"/>
                  </a:lnSpc>
                </a:pP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Décrit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vitesse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 convergence du risque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quand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 région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s'agrandit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(λ → ∞).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01CE6F3-FCC5-6BE1-F3C1-CA0B64C464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5" y="5179518"/>
                <a:ext cx="8697686" cy="919581"/>
              </a:xfrm>
              <a:prstGeom prst="rect">
                <a:avLst/>
              </a:prstGeom>
              <a:blipFill>
                <a:blip r:embed="rId6"/>
                <a:stretch>
                  <a:fillRect l="-490" b="-51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245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F03EA-4ED2-FD89-3C2B-03C941346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E8A7A1-62B0-511F-6158-1128DE6CBFA4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MESURE DE RISQUE SPATIAL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2E02D4-64B8-E9AA-318A-57D69EAADC2C}"/>
              </a:ext>
            </a:extLst>
          </p:cNvPr>
          <p:cNvSpPr/>
          <p:nvPr/>
        </p:nvSpPr>
        <p:spPr>
          <a:xfrm>
            <a:off x="620485" y="1665513"/>
            <a:ext cx="10308771" cy="35487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600"/>
              </a:spcAft>
              <a:buSzPct val="100000"/>
            </a:pPr>
            <a:r>
              <a:rPr lang="en-US" sz="36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Cₚ(x) = E(x) · D( Z(x) )</a:t>
            </a:r>
          </a:p>
          <a:p>
            <a:pPr marL="457200" indent="-45720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E(x) : 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exposition;</a:t>
            </a:r>
          </a:p>
          <a:p>
            <a:pPr marL="457200" indent="-45720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: 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function de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dommage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;</a:t>
            </a:r>
          </a:p>
          <a:p>
            <a:pPr marL="457200" indent="-45720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: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aléa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environnementaux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1E20970-1556-B15C-0A10-A20E94BF6981}"/>
              </a:ext>
            </a:extLst>
          </p:cNvPr>
          <p:cNvSpPr/>
          <p:nvPr/>
        </p:nvSpPr>
        <p:spPr>
          <a:xfrm>
            <a:off x="620485" y="1208314"/>
            <a:ext cx="10308771" cy="4468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Modèle général du processus de coût</a:t>
            </a:r>
          </a:p>
        </p:txBody>
      </p:sp>
    </p:spTree>
    <p:extLst>
      <p:ext uri="{BB962C8B-B14F-4D97-AF65-F5344CB8AC3E}">
        <p14:creationId xmlns:p14="http://schemas.microsoft.com/office/powerpoint/2010/main" val="2537610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LA PERTE SPATIALE ET SA VALUE-AT-RISK</a:t>
            </a:r>
          </a:p>
        </p:txBody>
      </p:sp>
      <p:sp>
        <p:nvSpPr>
          <p:cNvPr id="10" name="Bandeau 1"/>
          <p:cNvSpPr/>
          <p:nvPr/>
        </p:nvSpPr>
        <p:spPr>
          <a:xfrm>
            <a:off x="620485" y="968091"/>
            <a:ext cx="6150000" cy="4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Perte spatiale agrégée normalisée (éq. 8)</a:t>
            </a:r>
          </a:p>
        </p:txBody>
      </p:sp>
      <p:pic>
        <p:nvPicPr>
          <p:cNvPr id="11" name="eq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" y="1708449"/>
            <a:ext cx="4007978" cy="699393"/>
          </a:xfrm>
          <a:prstGeom prst="rect">
            <a:avLst/>
          </a:prstGeom>
        </p:spPr>
      </p:pic>
      <p:sp>
        <p:nvSpPr>
          <p:cNvPr id="12" name="interp1"/>
          <p:cNvSpPr txBox="1"/>
          <p:nvPr/>
        </p:nvSpPr>
        <p:spPr>
          <a:xfrm>
            <a:off x="620485" y="2587842"/>
            <a:ext cx="615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b="1" dirty="0">
                <a:solidFill>
                  <a:srgbClr val="5B6472"/>
                </a:solidFill>
                <a:latin typeface="Calibri"/>
              </a:rPr>
              <a:t>|A| = aire de A  →  proportion de A où le seuil u est dépassé</a:t>
            </a:r>
          </a:p>
        </p:txBody>
      </p:sp>
      <p:sp>
        <p:nvSpPr>
          <p:cNvPr id="13" name="Bandeau 2"/>
          <p:cNvSpPr/>
          <p:nvPr/>
        </p:nvSpPr>
        <p:spPr>
          <a:xfrm>
            <a:off x="620485" y="3227842"/>
            <a:ext cx="6150000" cy="4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VaR spatiale (Def. 1–3, §4.3)</a:t>
            </a:r>
          </a:p>
        </p:txBody>
      </p:sp>
      <p:pic>
        <p:nvPicPr>
          <p:cNvPr id="14" name="eq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5" y="3777842"/>
            <a:ext cx="5800000" cy="367175"/>
          </a:xfrm>
          <a:prstGeom prst="rect">
            <a:avLst/>
          </a:prstGeom>
        </p:spPr>
      </p:pic>
      <p:sp>
        <p:nvSpPr>
          <p:cNvPr id="15" name="convention"/>
          <p:cNvSpPr txBox="1"/>
          <p:nvPr/>
        </p:nvSpPr>
        <p:spPr>
          <a:xfrm>
            <a:off x="620485" y="4325017"/>
            <a:ext cx="615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i="1" dirty="0">
                <a:solidFill>
                  <a:srgbClr val="5B6472"/>
                </a:solidFill>
                <a:latin typeface="Calibri"/>
              </a:rPr>
              <a:t>Convention : α = niveau de confiance</a:t>
            </a:r>
          </a:p>
        </p:txBody>
      </p:sp>
      <p:sp>
        <p:nvSpPr>
          <p:cNvPr id="16" name="lien_cours"/>
          <p:cNvSpPr txBox="1"/>
          <p:nvPr/>
        </p:nvSpPr>
        <p:spPr>
          <a:xfrm>
            <a:off x="620485" y="5025017"/>
            <a:ext cx="61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b="1" dirty="0">
                <a:solidFill>
                  <a:srgbClr val="5B6472"/>
                </a:solidFill>
                <a:latin typeface="Calibri"/>
              </a:rPr>
              <a:t>Lien cours : la VaR est un quantile ⇒ estimateur naturel = quantile empirique (statistique d'ordre)</a:t>
            </a:r>
          </a:p>
        </p:txBody>
      </p:sp>
      <p:pic>
        <p:nvPicPr>
          <p:cNvPr id="20" name="visuel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485" y="1351116"/>
            <a:ext cx="3678771" cy="41534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ESTIMER LA VAR SPATIALE : UNE MÉTHODE MONTE CARLO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intro"/>
              <p:cNvSpPr txBox="1"/>
              <p:nvPr/>
            </p:nvSpPr>
            <p:spPr>
              <a:xfrm>
                <a:off x="620485" y="968091"/>
                <a:ext cx="10308771" cy="4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:r>
                  <a:rPr lang="fr-FR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Pas de formule fermée pour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3,</m:t>
                        </m:r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à λ fini (4.3.1)</a:t>
                </a:r>
              </a:p>
            </p:txBody>
          </p:sp>
        </mc:Choice>
        <mc:Fallback xmlns="">
          <p:sp>
            <p:nvSpPr>
              <p:cNvPr id="10" name="intr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968091"/>
                <a:ext cx="10308771" cy="400000"/>
              </a:xfrm>
              <a:prstGeom prst="rect">
                <a:avLst/>
              </a:prstGeom>
              <a:blipFill>
                <a:blip r:embed="rId2"/>
                <a:stretch>
                  <a:fillRect l="-1419" t="-21538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Bandeau methode"/>
          <p:cNvSpPr/>
          <p:nvPr/>
        </p:nvSpPr>
        <p:spPr>
          <a:xfrm>
            <a:off x="620485" y="1648091"/>
            <a:ext cx="10308771" cy="4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Méthode en 4 étapes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tep1"/>
              <p:cNvSpPr txBox="1"/>
              <p:nvPr/>
            </p:nvSpPr>
            <p:spPr>
              <a:xfrm>
                <a:off x="620485" y="2486687"/>
                <a:ext cx="2497192" cy="5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fr-FR" dirty="0">
                    <a:solidFill>
                      <a:srgbClr val="1B2430"/>
                    </a:solidFill>
                    <a:latin typeface="Calibri"/>
                  </a:rPr>
                  <a:t>1. Simuler Z sur une grille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1B2430"/>
                  </a:solidFill>
                  <a:latin typeface="Calibri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step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2486687"/>
                <a:ext cx="2497192" cy="500000"/>
              </a:xfrm>
              <a:prstGeom prst="rect">
                <a:avLst/>
              </a:prstGeom>
              <a:blipFill>
                <a:blip r:embed="rId3"/>
                <a:stretch>
                  <a:fillRect l="-5868" t="-15854" r="-1956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tep2"/>
              <p:cNvSpPr txBox="1"/>
              <p:nvPr/>
            </p:nvSpPr>
            <p:spPr>
              <a:xfrm>
                <a:off x="3197677" y="2484925"/>
                <a:ext cx="2497192" cy="5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:r>
                  <a:rPr lang="fr-FR" dirty="0">
                    <a:solidFill>
                      <a:srgbClr val="1B2430"/>
                    </a:solidFill>
                    <a:latin typeface="Calibri"/>
                  </a:rPr>
                  <a:t>2. Approcher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fr-FR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1B2430"/>
                    </a:solidFill>
                    <a:latin typeface="Calibri"/>
                  </a:rPr>
                  <a:t>) par une somme de Riemann</a:t>
                </a:r>
              </a:p>
            </p:txBody>
          </p:sp>
        </mc:Choice>
        <mc:Fallback xmlns="">
          <p:sp>
            <p:nvSpPr>
              <p:cNvPr id="13" name="step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677" y="2484925"/>
                <a:ext cx="2497192" cy="500000"/>
              </a:xfrm>
              <a:prstGeom prst="rect">
                <a:avLst/>
              </a:prstGeom>
              <a:blipFill>
                <a:blip r:embed="rId4"/>
                <a:stretch>
                  <a:fillRect l="-5868" t="-15854" r="-978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tep3"/>
          <p:cNvSpPr txBox="1"/>
          <p:nvPr/>
        </p:nvSpPr>
        <p:spPr>
          <a:xfrm>
            <a:off x="5985326" y="2487907"/>
            <a:ext cx="2497192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dirty="0">
                <a:solidFill>
                  <a:srgbClr val="1B2430"/>
                </a:solidFill>
                <a:latin typeface="Calibri"/>
              </a:rPr>
              <a:t>3. Répéter S fois (Monte Carlo)</a:t>
            </a:r>
          </a:p>
        </p:txBody>
      </p:sp>
      <p:sp>
        <p:nvSpPr>
          <p:cNvPr id="15" name="step4"/>
          <p:cNvSpPr txBox="1"/>
          <p:nvPr/>
        </p:nvSpPr>
        <p:spPr>
          <a:xfrm>
            <a:off x="8772975" y="2484925"/>
            <a:ext cx="2497192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dirty="0">
                <a:solidFill>
                  <a:srgbClr val="1B2430"/>
                </a:solidFill>
                <a:latin typeface="Calibri"/>
              </a:rPr>
              <a:t>4. Quantile empirique d'ordre α</a:t>
            </a:r>
          </a:p>
        </p:txBody>
      </p:sp>
      <p:pic>
        <p:nvPicPr>
          <p:cNvPr id="20" name="visue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85" y="3038091"/>
            <a:ext cx="10308771" cy="2577193"/>
          </a:xfrm>
          <a:prstGeom prst="rect">
            <a:avLst/>
          </a:prstGeom>
        </p:spPr>
      </p:pic>
      <p:sp>
        <p:nvSpPr>
          <p:cNvPr id="21" name="illustration"/>
          <p:cNvSpPr txBox="1"/>
          <p:nvPr/>
        </p:nvSpPr>
        <p:spPr>
          <a:xfrm>
            <a:off x="620485" y="5765284"/>
            <a:ext cx="10308771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b="1" dirty="0">
                <a:solidFill>
                  <a:srgbClr val="5B6472"/>
                </a:solidFill>
                <a:latin typeface="Calibri"/>
              </a:rPr>
              <a:t>Illustration (Fig. 6) : Smith, α = 0,9, A carré côté 1, M = 49, S = 10 000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DIVERSIFICATION SPATIALE : LE RÉSULTAT ASYMPTOTIQUE</a:t>
            </a:r>
          </a:p>
        </p:txBody>
      </p:sp>
      <p:sp>
        <p:nvSpPr>
          <p:cNvPr id="10" name="Bandeau theoreme"/>
          <p:cNvSpPr/>
          <p:nvPr/>
        </p:nvSpPr>
        <p:spPr>
          <a:xfrm>
            <a:off x="620485" y="938091"/>
            <a:ext cx="6350000" cy="6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Théorème 5 (pt. 2) — sous les hypothèses du théorème 4</a:t>
            </a:r>
          </a:p>
        </p:txBody>
      </p:sp>
      <p:pic>
        <p:nvPicPr>
          <p:cNvPr id="11" name="eq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" y="2087919"/>
            <a:ext cx="5058420" cy="713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defs"/>
              <p:cNvSpPr txBox="1"/>
              <p:nvPr/>
            </p:nvSpPr>
            <p:spPr>
              <a:xfrm>
                <a:off x="620485" y="2830081"/>
                <a:ext cx="6350000" cy="62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 = 1 − </m:t>
                    </m:r>
                    <m:r>
                      <m:rPr>
                        <m:sty m:val="p"/>
                      </m:rP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5B647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5B647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 dirty="0">
                            <a:solidFill>
                              <a:srgbClr val="5B647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fr-FR" dirty="0">
                    <a:solidFill>
                      <a:srgbClr val="5B6472"/>
                    </a:solidFill>
                    <a:latin typeface="Calibri"/>
                  </a:rPr>
                  <a:t>;  σ = écart-type asymptotique (Th. 4)  ;  </a:t>
                </a:r>
              </a:p>
              <a:p>
                <a:pPr>
                  <a:spcAft>
                    <a:spcPts val="0"/>
                  </a:spcAft>
                  <a:buNone/>
                </a:pPr>
                <a:r>
                  <a:rPr lang="fr-FR" dirty="0">
                    <a:solidFill>
                      <a:srgbClr val="5B6472"/>
                    </a:solidFill>
                    <a:latin typeface="Calibri"/>
                  </a:rPr>
                  <a:t>qα = quantile d'ordre α de N(0,1)</a:t>
                </a:r>
              </a:p>
            </p:txBody>
          </p:sp>
        </mc:Choice>
        <mc:Fallback xmlns="">
          <p:sp>
            <p:nvSpPr>
              <p:cNvPr id="12" name="def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2830081"/>
                <a:ext cx="6350000" cy="620000"/>
              </a:xfrm>
              <a:prstGeom prst="rect">
                <a:avLst/>
              </a:prstGeom>
              <a:blipFill>
                <a:blip r:embed="rId3"/>
                <a:stretch>
                  <a:fillRect l="-2305" t="-2941" b="-30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interp"/>
              <p:cNvSpPr txBox="1"/>
              <p:nvPr/>
            </p:nvSpPr>
            <p:spPr>
              <a:xfrm>
                <a:off x="620485" y="3750081"/>
                <a:ext cx="6350000" cy="95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Pour α &gt; 0,5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sub>
                    </m:sSub>
                    <m:r>
                      <a:rPr lang="fr-F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  <m:r>
                      <a:rPr lang="fr-F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: le terme correctif tend vers 0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fr-FR" b="1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b="1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fr-FR" b="1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converge vers m par valeurs supérieures (diversification spatiale)</a:t>
                </a:r>
              </a:p>
            </p:txBody>
          </p:sp>
        </mc:Choice>
        <mc:Fallback xmlns="">
          <p:sp>
            <p:nvSpPr>
              <p:cNvPr id="13" name="inter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3750081"/>
                <a:ext cx="6350000" cy="950000"/>
              </a:xfrm>
              <a:prstGeom prst="rect">
                <a:avLst/>
              </a:prstGeom>
              <a:blipFill>
                <a:blip r:embed="rId4"/>
                <a:stretch>
                  <a:fillRect l="-2305" t="-8974" r="-1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en_cours2"/>
          <p:cNvSpPr txBox="1"/>
          <p:nvPr/>
        </p:nvSpPr>
        <p:spPr>
          <a:xfrm>
            <a:off x="620485" y="4880081"/>
            <a:ext cx="63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dirty="0">
                <a:solidFill>
                  <a:srgbClr val="5B6472"/>
                </a:solidFill>
                <a:latin typeface="Calibri"/>
              </a:rPr>
              <a:t>Lien cours : ce résultat repose sur un TCL lié au mélange du champ de coût ; les processus max-stables prolongent l'EVT au cadre spatial</a:t>
            </a:r>
          </a:p>
        </p:txBody>
      </p:sp>
      <p:pic>
        <p:nvPicPr>
          <p:cNvPr id="20" name="figure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485" y="1718091"/>
            <a:ext cx="4125801" cy="2701990"/>
          </a:xfrm>
          <a:prstGeom prst="rect">
            <a:avLst/>
          </a:prstGeom>
        </p:spPr>
      </p:pic>
      <p:sp>
        <p:nvSpPr>
          <p:cNvPr id="21" name="source"/>
          <p:cNvSpPr txBox="1"/>
          <p:nvPr/>
        </p:nvSpPr>
        <p:spPr>
          <a:xfrm>
            <a:off x="7340485" y="4420081"/>
            <a:ext cx="3698771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fr-FR" sz="1200" i="1" dirty="0">
                <a:solidFill>
                  <a:srgbClr val="5B6472"/>
                </a:solidFill>
                <a:latin typeface="Calibri"/>
              </a:rPr>
              <a:t>R3,0.9(λA), Smith, A carré côté 1, Source : Koch (2015), Fig.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FA7D6-6AF8-BA04-8D8D-8A03CFB0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A07869-8A3B-E19E-E10E-9A9C619038C3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Coefficient Extrémal: mesurer la </a:t>
            </a:r>
            <a:r>
              <a:rPr lang="fr-FR" sz="2800" dirty="0" err="1"/>
              <a:t>dépensdanace</a:t>
            </a:r>
            <a:r>
              <a:rPr lang="fr-FR" sz="2800" dirty="0"/>
              <a:t> des </a:t>
            </a:r>
            <a:r>
              <a:rPr lang="fr-FR" sz="2800" dirty="0" err="1"/>
              <a:t>extremes</a:t>
            </a:r>
            <a:endParaRPr lang="fr-FR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0DABE4-926D-3C75-9EDA-C41FEFD6F519}"/>
              </a:ext>
            </a:extLst>
          </p:cNvPr>
          <p:cNvSpPr/>
          <p:nvPr/>
        </p:nvSpPr>
        <p:spPr>
          <a:xfrm>
            <a:off x="620485" y="1584132"/>
            <a:ext cx="10308771" cy="32055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</a:t>
            </a:r>
            <a:r>
              <a:rPr lang="en-US" sz="24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localisations</a:t>
            </a: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un processus max-stable simple </a:t>
            </a: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  <a:p>
            <a:pPr>
              <a:spcAft>
                <a:spcPts val="1600"/>
              </a:spcAft>
              <a:buSzPct val="100000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Dependance parfait                               </a:t>
            </a:r>
            <a:r>
              <a:rPr lang="en-US" sz="16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intermédiare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</a:t>
            </a:r>
            <a:r>
              <a:rPr lang="en-US" sz="16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Indépendance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extreme</a:t>
            </a:r>
          </a:p>
          <a:p>
            <a:pPr>
              <a:spcAft>
                <a:spcPts val="1600"/>
              </a:spcAft>
              <a:buSzPct val="100000"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extremes</a:t>
            </a: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A3AAD72-73F4-AD71-831D-645A4A6418F8}"/>
              </a:ext>
            </a:extLst>
          </p:cNvPr>
          <p:cNvSpPr/>
          <p:nvPr/>
        </p:nvSpPr>
        <p:spPr>
          <a:xfrm>
            <a:off x="620483" y="118135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C12E178-D70E-4B83-0C6B-27F99052A1AB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Conséquence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F7FDBC-0CD8-DAF3-9223-A2B2214CCF1E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dirty="0">
                <a:solidFill>
                  <a:schemeClr val="tx1"/>
                </a:solidFill>
              </a:rPr>
              <a:t>Si le processus est </a:t>
            </a:r>
            <a:r>
              <a:rPr lang="en-US" sz="2000" dirty="0" err="1">
                <a:solidFill>
                  <a:schemeClr val="tx1"/>
                </a:solidFill>
              </a:rPr>
              <a:t>isotrope</a:t>
            </a:r>
            <a:r>
              <a:rPr lang="en-US" sz="2000" dirty="0">
                <a:solidFill>
                  <a:schemeClr val="tx1"/>
                </a:solidFill>
              </a:rPr>
              <a:t> ,</a:t>
            </a:r>
            <a:r>
              <a:rPr lang="el-GR" sz="2000" dirty="0">
                <a:solidFill>
                  <a:schemeClr val="tx2">
                    <a:lumMod val="75000"/>
                  </a:schemeClr>
                </a:solidFill>
              </a:rPr>
              <a:t>Θ</a:t>
            </a:r>
            <a:r>
              <a:rPr lang="fr-FR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depend </a:t>
            </a:r>
            <a:r>
              <a:rPr lang="en-US" sz="2000" dirty="0" err="1">
                <a:solidFill>
                  <a:schemeClr val="tx1"/>
                </a:solidFill>
              </a:rPr>
              <a:t>seulement</a:t>
            </a:r>
            <a:r>
              <a:rPr lang="en-US" sz="2000" dirty="0">
                <a:solidFill>
                  <a:schemeClr val="tx1"/>
                </a:solidFill>
              </a:rPr>
              <a:t> de la distance  h=||x1-x2||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8942208-A6BE-1CAB-30A0-4C91F4F55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027" y="2564326"/>
            <a:ext cx="4054191" cy="707922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70A60DCE-4656-B8FB-D038-FAD60571034B}"/>
              </a:ext>
            </a:extLst>
          </p:cNvPr>
          <p:cNvSpPr txBox="1"/>
          <p:nvPr/>
        </p:nvSpPr>
        <p:spPr>
          <a:xfrm>
            <a:off x="51464" y="3127262"/>
            <a:ext cx="292608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EA580C"/>
                </a:solidFill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Θ = 1</a:t>
            </a:r>
            <a:endParaRPr lang="fr-FR" dirty="0">
              <a:solidFill>
                <a:schemeClr val="tx2">
                  <a:lumMod val="75000"/>
                </a:schemeClr>
              </a:solidFill>
            </a:endParaRPr>
          </a:p>
          <a:p>
            <a:pPr algn="ctr">
              <a:defRPr sz="2400" b="1">
                <a:solidFill>
                  <a:srgbClr val="EA580C"/>
                </a:solidFill>
              </a:defRPr>
            </a:pP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370B8396-81B7-FA11-7218-3434A2956428}"/>
              </a:ext>
            </a:extLst>
          </p:cNvPr>
          <p:cNvSpPr txBox="1"/>
          <p:nvPr/>
        </p:nvSpPr>
        <p:spPr>
          <a:xfrm>
            <a:off x="3510568" y="3192808"/>
            <a:ext cx="2926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1 &lt; Θ &lt; 2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3AD0C5B-5F73-B594-CED0-6327404C6A0B}"/>
              </a:ext>
            </a:extLst>
          </p:cNvPr>
          <p:cNvSpPr txBox="1"/>
          <p:nvPr/>
        </p:nvSpPr>
        <p:spPr>
          <a:xfrm>
            <a:off x="7502697" y="3192808"/>
            <a:ext cx="2926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Θ = 2</a:t>
            </a:r>
          </a:p>
        </p:txBody>
      </p:sp>
    </p:spTree>
    <p:extLst>
      <p:ext uri="{BB962C8B-B14F-4D97-AF65-F5344CB8AC3E}">
        <p14:creationId xmlns:p14="http://schemas.microsoft.com/office/powerpoint/2010/main" val="1859687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79B07-953B-2B10-7BF4-378F7833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61F060-6595-0E78-927C-C78299D53263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Coefficient Extrémal: mesurer la </a:t>
            </a:r>
            <a:r>
              <a:rPr lang="fr-FR" sz="2800" dirty="0" err="1"/>
              <a:t>dépensdanace</a:t>
            </a:r>
            <a:r>
              <a:rPr lang="fr-FR" sz="2800" dirty="0"/>
              <a:t> des </a:t>
            </a:r>
            <a:r>
              <a:rPr lang="fr-FR" sz="2800" dirty="0" err="1"/>
              <a:t>extremes</a:t>
            </a:r>
            <a:endParaRPr lang="fr-FR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BCF152-08CE-45E2-B805-A45F593323B2}"/>
              </a:ext>
            </a:extLst>
          </p:cNvPr>
          <p:cNvSpPr/>
          <p:nvPr/>
        </p:nvSpPr>
        <p:spPr>
          <a:xfrm>
            <a:off x="620485" y="1665513"/>
            <a:ext cx="10308771" cy="29391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2000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38E18B-DCBB-13F0-AFDC-09CF7A0771A6}"/>
              </a:ext>
            </a:extLst>
          </p:cNvPr>
          <p:cNvSpPr/>
          <p:nvPr/>
        </p:nvSpPr>
        <p:spPr>
          <a:xfrm>
            <a:off x="620483" y="118135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>
                <a:solidFill>
                  <a:schemeClr val="bg1"/>
                </a:solidFill>
              </a:rPr>
              <a:t>Pourquoi </a:t>
            </a:r>
            <a:r>
              <a:rPr lang="el-GR" sz="2400" dirty="0">
                <a:solidFill>
                  <a:schemeClr val="bg1"/>
                </a:solidFill>
              </a:rPr>
              <a:t>Θ</a:t>
            </a:r>
            <a:r>
              <a:rPr lang="fr-FR" sz="2400" dirty="0">
                <a:solidFill>
                  <a:schemeClr val="bg1"/>
                </a:solidFill>
              </a:rPr>
              <a:t> est important pour la </a:t>
            </a:r>
            <a:r>
              <a:rPr lang="fr-FR" sz="2400" dirty="0" err="1">
                <a:solidFill>
                  <a:schemeClr val="bg1"/>
                </a:solidFill>
              </a:rPr>
              <a:t>diversifiaction</a:t>
            </a:r>
            <a:r>
              <a:rPr lang="fr-FR" sz="2400" dirty="0">
                <a:solidFill>
                  <a:schemeClr val="bg1"/>
                </a:solidFill>
              </a:rPr>
              <a:t> spatiale 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E3EE252-4B34-CA09-4386-F49CDEF8F74E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Interprétation actuarielle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0B62D-10CA-94FD-6D4F-89B06BA2EBA3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Éloigner</a:t>
            </a:r>
            <a:r>
              <a:rPr lang="en-US" sz="2000" dirty="0">
                <a:solidFill>
                  <a:schemeClr val="tx1"/>
                </a:solidFill>
              </a:rPr>
              <a:t> les </a:t>
            </a:r>
            <a:r>
              <a:rPr lang="en-US" sz="2000" dirty="0" err="1">
                <a:solidFill>
                  <a:schemeClr val="tx1"/>
                </a:solidFill>
              </a:rPr>
              <a:t>risque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géographiquement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peut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réduire</a:t>
            </a:r>
            <a:r>
              <a:rPr lang="en-US" sz="2000" dirty="0">
                <a:solidFill>
                  <a:schemeClr val="tx1"/>
                </a:solidFill>
              </a:rPr>
              <a:t> la variance du </a:t>
            </a:r>
            <a:r>
              <a:rPr lang="en-US" sz="2000" dirty="0" err="1">
                <a:solidFill>
                  <a:schemeClr val="tx1"/>
                </a:solidFill>
              </a:rPr>
              <a:t>portefeuille</a:t>
            </a:r>
            <a:r>
              <a:rPr lang="en-US" sz="2000" dirty="0">
                <a:solidFill>
                  <a:schemeClr val="tx1"/>
                </a:solidFill>
              </a:rPr>
              <a:t> -&gt; diversification </a:t>
            </a:r>
            <a:r>
              <a:rPr lang="en-US" sz="2000" dirty="0" err="1">
                <a:solidFill>
                  <a:schemeClr val="tx1"/>
                </a:solidFill>
              </a:rPr>
              <a:t>spatiale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469D427-61C4-942C-7FB7-C47B2B1EBD66}"/>
              </a:ext>
            </a:extLst>
          </p:cNvPr>
          <p:cNvSpPr txBox="1"/>
          <p:nvPr/>
        </p:nvSpPr>
        <p:spPr>
          <a:xfrm>
            <a:off x="3169920" y="1871509"/>
            <a:ext cx="2926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rPr lang="fr-FR" sz="1400" dirty="0">
                <a:solidFill>
                  <a:schemeClr val="tx2">
                    <a:lumMod val="75000"/>
                  </a:schemeClr>
                </a:solidFill>
              </a:rPr>
              <a:t>Quand la distance h augmente </a:t>
            </a:r>
            <a:endParaRPr lang="el-GR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80C5325-A2D7-2CEE-1D7D-B321A76A6DE7}"/>
              </a:ext>
            </a:extLst>
          </p:cNvPr>
          <p:cNvSpPr txBox="1"/>
          <p:nvPr/>
        </p:nvSpPr>
        <p:spPr>
          <a:xfrm>
            <a:off x="1002889" y="3343523"/>
            <a:ext cx="3421627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16A34A"/>
                </a:solidFill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Θ(h) → 2</a:t>
            </a:r>
            <a:br>
              <a:rPr dirty="0">
                <a:solidFill>
                  <a:schemeClr val="accent1">
                    <a:lumMod val="50000"/>
                  </a:schemeClr>
                </a:solidFill>
              </a:rPr>
            </a:br>
            <a:r>
              <a:rPr dirty="0">
                <a:solidFill>
                  <a:schemeClr val="accent1">
                    <a:lumMod val="50000"/>
                  </a:schemeClr>
                </a:solidFill>
              </a:rPr>
              <a:t>à grande distance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31896830-3941-29E1-558E-4AB2C8C6B0B8}"/>
              </a:ext>
            </a:extLst>
          </p:cNvPr>
          <p:cNvSpPr txBox="1"/>
          <p:nvPr/>
        </p:nvSpPr>
        <p:spPr>
          <a:xfrm>
            <a:off x="6990734" y="3343522"/>
            <a:ext cx="3759223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16A34A"/>
                </a:solidFill>
              </a:defRPr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R2(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</a:rPr>
              <a:t>λ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A)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→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0</a:t>
            </a:r>
          </a:p>
          <a:p>
            <a:pPr algn="ctr">
              <a:defRPr sz="2300" b="1">
                <a:solidFill>
                  <a:srgbClr val="16A34A"/>
                </a:solidFill>
              </a:defRPr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Quand la région  s’agrandit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38671B34-76E5-EBFA-AD20-80365DA1CD67}"/>
              </a:ext>
            </a:extLst>
          </p:cNvPr>
          <p:cNvSpPr/>
          <p:nvPr/>
        </p:nvSpPr>
        <p:spPr>
          <a:xfrm>
            <a:off x="1445342" y="2306115"/>
            <a:ext cx="7678994" cy="8545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fr-FR" dirty="0"/>
              <a:t>(h) augmente vers 2  ⟶  dépendance extrémale diminue</a:t>
            </a:r>
          </a:p>
        </p:txBody>
      </p:sp>
    </p:spTree>
    <p:extLst>
      <p:ext uri="{BB962C8B-B14F-4D97-AF65-F5344CB8AC3E}">
        <p14:creationId xmlns:p14="http://schemas.microsoft.com/office/powerpoint/2010/main" val="3730420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E7370-5DE3-71AF-9F5F-D851C8D8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4506C5-8FE0-D3A3-EC37-60876B8D947F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Coefficient Extrémal: mesurer la </a:t>
            </a:r>
            <a:r>
              <a:rPr lang="fr-FR" sz="2800" dirty="0" err="1"/>
              <a:t>dépensdanace</a:t>
            </a:r>
            <a:r>
              <a:rPr lang="fr-FR" sz="2800" dirty="0"/>
              <a:t> des </a:t>
            </a:r>
            <a:r>
              <a:rPr lang="fr-FR" sz="2800" dirty="0" err="1"/>
              <a:t>extremes</a:t>
            </a:r>
            <a:endParaRPr lang="fr-FR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256E6E-56F8-F466-7578-368F126BFD69}"/>
              </a:ext>
            </a:extLst>
          </p:cNvPr>
          <p:cNvSpPr/>
          <p:nvPr/>
        </p:nvSpPr>
        <p:spPr>
          <a:xfrm>
            <a:off x="620482" y="1572281"/>
            <a:ext cx="10308771" cy="29391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2000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BD5614B-84E8-00EE-A2A1-362C047A67E2}"/>
              </a:ext>
            </a:extLst>
          </p:cNvPr>
          <p:cNvSpPr/>
          <p:nvPr/>
        </p:nvSpPr>
        <p:spPr>
          <a:xfrm>
            <a:off x="620483" y="118135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>
                <a:solidFill>
                  <a:schemeClr val="bg1"/>
                </a:solidFill>
              </a:rPr>
              <a:t>Lien avec le </a:t>
            </a:r>
            <a:r>
              <a:rPr lang="fr-FR" sz="2400" dirty="0" err="1">
                <a:solidFill>
                  <a:schemeClr val="bg1"/>
                </a:solidFill>
              </a:rPr>
              <a:t>mixing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278DCFF-8D10-33E7-0B64-9CD59C92CDE2}"/>
              </a:ext>
            </a:extLst>
          </p:cNvPr>
          <p:cNvSpPr/>
          <p:nvPr/>
        </p:nvSpPr>
        <p:spPr>
          <a:xfrm>
            <a:off x="620481" y="4670190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En somme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994698-6494-BB87-318A-0F8E3D11F5B1}"/>
              </a:ext>
            </a:extLst>
          </p:cNvPr>
          <p:cNvSpPr/>
          <p:nvPr/>
        </p:nvSpPr>
        <p:spPr>
          <a:xfrm>
            <a:off x="620481" y="5163051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D7AC9-1E1D-E672-B223-B8FA4574475E}"/>
              </a:ext>
            </a:extLst>
          </p:cNvPr>
          <p:cNvSpPr txBox="1"/>
          <p:nvPr/>
        </p:nvSpPr>
        <p:spPr>
          <a:xfrm>
            <a:off x="2231923" y="1975218"/>
            <a:ext cx="552572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162A46"/>
                </a:solidFill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r(h) = 2 − Θ(h)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DCA9BA43-8C8D-C51B-FD8B-EE9B8B04E139}"/>
              </a:ext>
            </a:extLst>
          </p:cNvPr>
          <p:cNvSpPr txBox="1"/>
          <p:nvPr/>
        </p:nvSpPr>
        <p:spPr>
          <a:xfrm>
            <a:off x="731519" y="2899201"/>
            <a:ext cx="8441977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191919"/>
                </a:solidFill>
              </a:defRPr>
            </a:pPr>
            <a:r>
              <a:rPr sz="2400" dirty="0"/>
              <a:t>Θ(h) → 2  ⇔  r(h) → 0</a:t>
            </a:r>
            <a:br>
              <a:rPr sz="2400" dirty="0"/>
            </a:br>
            <a:r>
              <a:rPr sz="2400" dirty="0"/>
              <a:t>Dans le cadre de </a:t>
            </a:r>
            <a:r>
              <a:rPr sz="2400" dirty="0" err="1"/>
              <a:t>l’article</a:t>
            </a:r>
            <a:r>
              <a:rPr sz="2400" dirty="0"/>
              <a:t>, </a:t>
            </a:r>
            <a:r>
              <a:rPr sz="2400" dirty="0" err="1"/>
              <a:t>cela</a:t>
            </a:r>
            <a:r>
              <a:rPr sz="2400" dirty="0"/>
              <a:t> </a:t>
            </a:r>
            <a:r>
              <a:rPr sz="2400" dirty="0" err="1"/>
              <a:t>caractérise</a:t>
            </a:r>
            <a:r>
              <a:rPr sz="2400" dirty="0"/>
              <a:t> le mixing.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1C70A6-4555-A880-F161-8560BE0CF83F}"/>
              </a:ext>
            </a:extLst>
          </p:cNvPr>
          <p:cNvSpPr txBox="1"/>
          <p:nvPr/>
        </p:nvSpPr>
        <p:spPr>
          <a:xfrm>
            <a:off x="1032387" y="5373546"/>
            <a:ext cx="9896868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62A46"/>
                </a:solidFill>
              </a:defRPr>
            </a:pPr>
            <a:r>
              <a:rPr dirty="0"/>
              <a:t> Θ </a:t>
            </a:r>
            <a:r>
              <a:rPr dirty="0" err="1"/>
              <a:t>relie</a:t>
            </a:r>
            <a:r>
              <a:rPr dirty="0"/>
              <a:t> </a:t>
            </a:r>
            <a:r>
              <a:rPr dirty="0" err="1"/>
              <a:t>dépendance</a:t>
            </a:r>
            <a:r>
              <a:rPr dirty="0"/>
              <a:t> des </a:t>
            </a:r>
            <a:r>
              <a:rPr dirty="0" err="1"/>
              <a:t>extrêmes</a:t>
            </a:r>
            <a:r>
              <a:rPr dirty="0"/>
              <a:t>, </a:t>
            </a:r>
            <a:r>
              <a:rPr dirty="0" err="1"/>
              <a:t>propriétés</a:t>
            </a:r>
            <a:r>
              <a:rPr dirty="0"/>
              <a:t> du processus max-stable et diversification </a:t>
            </a:r>
            <a:r>
              <a:rPr dirty="0" err="1"/>
              <a:t>géographique</a:t>
            </a:r>
            <a:r>
              <a:rPr dirty="0"/>
              <a:t> du </a:t>
            </a:r>
            <a:r>
              <a:rPr dirty="0" err="1"/>
              <a:t>risque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70678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2156</TotalTime>
  <Words>1293</Words>
  <Application>Microsoft Office PowerPoint</Application>
  <PresentationFormat>Grand écran</PresentationFormat>
  <Paragraphs>140</Paragraphs>
  <Slides>15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Anta Sarre</dc:creator>
  <cp:lastModifiedBy>Mamadou Lamine Kebe</cp:lastModifiedBy>
  <cp:revision>9</cp:revision>
  <dcterms:created xsi:type="dcterms:W3CDTF">2026-09-26T13:17:56Z</dcterms:created>
  <dcterms:modified xsi:type="dcterms:W3CDTF">2026-09-28T21:01:27Z</dcterms:modified>
</cp:coreProperties>
</file>