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EFCB1-918D-DEAF-AE7E-ED64D8144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9EEA0D-ADEB-8A94-3590-6250BE61E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9E3E80-49DF-76AB-31DD-9D3B5207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6BF616-713A-375E-C3CA-F14DB6FB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8CC21B-16F5-0690-5F13-AB2D6B51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3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D79F62-5074-CE20-DD60-8DAB8A5E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B42937-6BE1-A02C-4896-E63C7D091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F331C5-5D37-F0C3-BD28-C7726A7A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C083B6-A8F3-B8F9-E4F9-63C27BCF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1FA65E-A14F-6619-1EB9-676C2008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06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2360B-53AA-D8A6-B3D5-941A7DF6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3208B8-3ADD-B4AC-48F1-7EA72A440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753FD6-1407-7968-2431-9450416D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9931D0-062F-BA78-3822-7DF377C7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175599-E9BA-2A73-CD80-C4A75610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86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87A14-750C-3643-E50A-976D67E4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18D798-A927-C154-44A7-FD2F0B2B0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5782539-4AE5-E6B2-4556-4D41ED736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A368B5-2D49-34BA-E88C-69ADDAD1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AA88AE-F581-78AD-87E7-C45BCB71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D9F317-717D-F34B-230F-CB36028B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78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83464C-67EB-0AB5-5AB1-90099B62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BA4B16-32EE-1418-147E-2EB6DA798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FB78F9-2347-AB5F-B583-68738C452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0E12FD-87B7-23BB-62CC-BFB18C995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9789A33-5373-5731-CE35-7A49878BA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C3A1896-D6EA-FE94-943B-CE02599D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15AF605-2DB2-992D-01ED-EB279350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EEB9A95-DC66-5B7B-9227-6C665AC8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31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5690B8-92B4-C2FB-5FEF-7E4D9640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C0ED54F-BE59-9B33-3FD9-4D6F3E0E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C6AD3A-D8A2-ACEB-4850-2C8BE8B1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2B590C-AF75-73B9-DF2B-5812B4C4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42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D56A30E-6A63-3EE8-CD0E-1B269A2D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B9A556-2B29-C768-4AED-A24B205B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1AFA9D-E763-385D-1EF3-445C9318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482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217E6-CB9D-36DD-A085-93EF0A02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D407AD-ECBD-499D-4AC1-BD799E9A7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623337-5280-C293-02A3-90915D8F4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89990C-72BB-C501-6CBE-C7642DDDD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E37D54-4456-307A-CBDB-2A1D8CDC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674DF0-08DE-F2F6-0EA3-548EF15C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10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A0B31-267A-C229-4A50-F845B5A39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E6F6957-8A6B-04D3-4A72-7F0FE06C57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7306EE-3FA0-A645-EA04-A0A9AC225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DFC83A-456C-B275-598E-975E6550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7249AA-4A45-7CF2-3E41-8DD6FAE8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7BF866-2DFF-4866-E312-17965CE5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35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EEC614-62A8-15C4-D36B-D8C5EE0C4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5BE313-825D-6D10-BF4D-23F5BBA3E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2711DB-032F-4292-05F4-6A7DFDCC6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6F068A-E1A1-8BED-00CA-2C85CB10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3D18E2-C649-B84E-C5D9-00E0F174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63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8B72964-C026-39DC-E499-3FB196C62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E8720E-77DC-8214-5625-0B0AAC162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34F529-0462-80AB-B446-9DBF3BCD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4F0D82-5EF6-EB6F-4EE9-BD5AD721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D62675-45D5-FBAA-E273-78174960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119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3ABE3DA-FFF2-B42A-9844-46D2ABF0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59645C-5FDB-A3DE-4452-A96300DB2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B8762-392B-20E4-FE4E-6A7323F1C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151C2B-66C7-9A0B-70F1-9D4E39B5E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78766-72C3-A8AD-6F25-6838D94CD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5888697-008B-7CF5-7C44-A0CFB875FF8F}"/>
              </a:ext>
            </a:extLst>
          </p:cNvPr>
          <p:cNvSpPr/>
          <p:nvPr/>
        </p:nvSpPr>
        <p:spPr>
          <a:xfrm>
            <a:off x="930728" y="587828"/>
            <a:ext cx="10330543" cy="14695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MESURES DE RISQUE SPATIALE ET PROCESSUS MAX STABLE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BE003A2-E7A4-7BD7-339F-96DD57B2B38E}"/>
              </a:ext>
            </a:extLst>
          </p:cNvPr>
          <p:cNvSpPr txBox="1"/>
          <p:nvPr/>
        </p:nvSpPr>
        <p:spPr>
          <a:xfrm>
            <a:off x="3819932" y="3429000"/>
            <a:ext cx="3941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ISUP – MASTER 2 ACTUARIAT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4369230-3A33-CF4C-2A9D-2F83C5917D40}"/>
              </a:ext>
            </a:extLst>
          </p:cNvPr>
          <p:cNvSpPr txBox="1"/>
          <p:nvPr/>
        </p:nvSpPr>
        <p:spPr>
          <a:xfrm>
            <a:off x="2992618" y="2377161"/>
            <a:ext cx="68103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BEYE CHEIKH – KEBE MAMADOU LAMINE</a:t>
            </a:r>
          </a:p>
          <a:p>
            <a:r>
              <a:rPr lang="fr-FR" sz="2800" b="1" dirty="0"/>
              <a:t>KEBE MBAYE – SENE ABDOULAYE </a:t>
            </a:r>
          </a:p>
        </p:txBody>
      </p:sp>
      <p:pic>
        <p:nvPicPr>
          <p:cNvPr id="10" name="Image 9" descr="L'ESILV signe un accord de double diplôme Ingénieur Statisticien ...">
            <a:extLst>
              <a:ext uri="{FF2B5EF4-FFF2-40B4-BE49-F238E27FC236}">
                <a16:creationId xmlns:a16="http://schemas.microsoft.com/office/drawing/2014/main" id="{736C0712-8F47-712F-83DB-92FA041F2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757" y="4811134"/>
            <a:ext cx="2302616" cy="1337687"/>
          </a:xfrm>
          <a:prstGeom prst="rect">
            <a:avLst/>
          </a:prstGeom>
        </p:spPr>
      </p:pic>
      <p:pic>
        <p:nvPicPr>
          <p:cNvPr id="11" name="Image 10" descr="Avis et témoignages sur Sorbonne Université - Capitaine Study">
            <a:extLst>
              <a:ext uri="{FF2B5EF4-FFF2-40B4-BE49-F238E27FC236}">
                <a16:creationId xmlns:a16="http://schemas.microsoft.com/office/drawing/2014/main" id="{BE687DC5-ECA9-6CE1-3DA6-5B48E3F24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811134"/>
            <a:ext cx="2387697" cy="15554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2BF56E1-2BF0-DBE9-FC81-01C8E74F444D}"/>
              </a:ext>
            </a:extLst>
          </p:cNvPr>
          <p:cNvSpPr txBox="1"/>
          <p:nvPr/>
        </p:nvSpPr>
        <p:spPr>
          <a:xfrm>
            <a:off x="4667038" y="4067071"/>
            <a:ext cx="2333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28 octobre 2026</a:t>
            </a:r>
          </a:p>
        </p:txBody>
      </p:sp>
    </p:spTree>
    <p:extLst>
      <p:ext uri="{BB962C8B-B14F-4D97-AF65-F5344CB8AC3E}">
        <p14:creationId xmlns:p14="http://schemas.microsoft.com/office/powerpoint/2010/main" val="111229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5491276A-B02F-89C0-B945-17BAFABCF282}"/>
                  </a:ext>
                </a:extLst>
              </p:cNvPr>
              <p:cNvSpPr txBox="1"/>
              <p:nvPr/>
            </p:nvSpPr>
            <p:spPr>
              <a:xfrm>
                <a:off x="6487886" y="6009434"/>
                <a:ext cx="819007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FR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5491276A-B02F-89C0-B945-17BAFABCF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886" y="6009434"/>
                <a:ext cx="819007" cy="8485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C28E021-D238-606F-8283-384AF4A937D6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CONTEXTE ET MOTIVATION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F642A-5FE3-94C8-02D6-CA935ED03C18}"/>
              </a:ext>
            </a:extLst>
          </p:cNvPr>
          <p:cNvSpPr/>
          <p:nvPr/>
        </p:nvSpPr>
        <p:spPr>
          <a:xfrm>
            <a:off x="620485" y="1665514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Evènement environnementaux extrêmes (canicules, ouragans, inondations…) : </a:t>
            </a:r>
          </a:p>
          <a:p>
            <a:r>
              <a:rPr lang="fr-FR" dirty="0">
                <a:solidFill>
                  <a:schemeClr val="tx1"/>
                </a:solidFill>
              </a:rPr>
              <a:t>des évènements qui touche une étendue géographique, pas un seul point isolé.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4736954-6508-E726-37BA-33030646B0D7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Aléa climatique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5DF1FF2-4B51-7125-0618-054FCDD73A51}"/>
              </a:ext>
            </a:extLst>
          </p:cNvPr>
          <p:cNvSpPr/>
          <p:nvPr/>
        </p:nvSpPr>
        <p:spPr>
          <a:xfrm>
            <a:off x="620485" y="2896121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Décisions des autorités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09E99E-50FB-149D-B1DA-EC87A093C72C}"/>
              </a:ext>
            </a:extLst>
          </p:cNvPr>
          <p:cNvSpPr/>
          <p:nvPr/>
        </p:nvSpPr>
        <p:spPr>
          <a:xfrm>
            <a:off x="620485" y="3286835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Où est-il raisonnable de construire ?</a:t>
            </a:r>
          </a:p>
          <a:p>
            <a:r>
              <a:rPr lang="fr-FR" dirty="0">
                <a:solidFill>
                  <a:schemeClr val="tx1"/>
                </a:solidFill>
              </a:rPr>
              <a:t>Quelles zones classer à risque ?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4960A2B-1F31-4D99-A990-82A33BDD1BFF}"/>
              </a:ext>
            </a:extLst>
          </p:cNvPr>
          <p:cNvSpPr/>
          <p:nvPr/>
        </p:nvSpPr>
        <p:spPr>
          <a:xfrm>
            <a:off x="620484" y="452897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Portefeuille d’assurance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2E0BBC-94DF-CDA2-A069-72E8064AAD50}"/>
              </a:ext>
            </a:extLst>
          </p:cNvPr>
          <p:cNvSpPr/>
          <p:nvPr/>
        </p:nvSpPr>
        <p:spPr>
          <a:xfrm>
            <a:off x="620484" y="4909458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de la zone géographique de souscription determine directement l’exposition au risque.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33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ECBC-3B52-4B63-541D-D70BC512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519A28-2A6E-A4D7-5863-BB779C0A4588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CONTEXTE ET MOTIVATION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8E4FFE-8178-B87D-53A2-91AA17AE7CC2}"/>
                  </a:ext>
                </a:extLst>
              </p:cNvPr>
              <p:cNvSpPr/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Idée intuitive 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appliquer une mesure de risque Π (variance,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VaR.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..)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chaque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point,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puis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moyenner sur la région A.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𝛱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0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𝛱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Problème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le processus de coût est stationnaire 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𝛱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𝛱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fr-FR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Résultat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la mesure « spatiale » se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réduit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à la mesure d'un site unique — toute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l'information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dépendance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spatiale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disparaît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2000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8E4FFE-8178-B87D-53A2-91AA17AE7C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blipFill>
                <a:blip r:embed="rId2"/>
                <a:stretch>
                  <a:fillRect l="-590" t="-619" r="-531" b="-26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824B4D3-A8C0-EAB2-2810-BB09BA22E0E3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Approche naïve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3C4B7B1-B0C0-334C-FA24-768894C2B8FA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Conséquence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535385-4EE7-1721-B96B-00A58CB439A1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Agréger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d’abord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0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risque.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1873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1749</TotalTime>
  <Words>171</Words>
  <Application>Microsoft Office PowerPoint</Application>
  <PresentationFormat>Grand écran</PresentationFormat>
  <Paragraphs>23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Cambria Math</vt:lpstr>
      <vt:lpstr>Thème Office</vt:lpstr>
      <vt:lpstr>Présentation PowerPoint</vt:lpstr>
      <vt:lpstr>Présentation PowerPoint</vt:lpstr>
      <vt:lpstr>Présentation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Anta Sarre</dc:creator>
  <cp:lastModifiedBy>Anta Sarre</cp:lastModifiedBy>
  <cp:revision>3</cp:revision>
  <dcterms:created xsi:type="dcterms:W3CDTF">2026-09-26T13:17:56Z</dcterms:created>
  <dcterms:modified xsi:type="dcterms:W3CDTF">2026-09-27T18:30:02Z</dcterms:modified>
</cp:coreProperties>
</file>